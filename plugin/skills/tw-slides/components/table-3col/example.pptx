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 Tight Light"/>
      <p:regular r:id="rId7"/>
      <p:bold r:id="rId8"/>
      <p:italic r:id="rId9"/>
      <p:boldItalic r:id="rId10"/>
    </p:embeddedFont>
    <p:embeddedFont>
      <p:font typeface="Inter Tight"/>
      <p:regular r:id="rId11"/>
      <p:bold r:id="rId12"/>
      <p:italic r:id="rId13"/>
      <p:boldItalic r:id="rId14"/>
    </p:embeddedFont>
    <p:embeddedFont>
      <p:font typeface="Inter Tight ExtraLight"/>
      <p:regular r:id="rId15"/>
      <p:bold r:id="rId16"/>
      <p:italic r:id="rId17"/>
      <p:boldItalic r:id="rId18"/>
    </p:embeddedFont>
    <p:embeddedFont>
      <p:font typeface="Century Gothic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Tight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TightLight-regular.fntdata"/><Relationship Id="rId8" Type="http://schemas.openxmlformats.org/officeDocument/2006/relationships/font" Target="fonts/InterTightLight-bold.fntdata"/><Relationship Id="rId20" Type="http://schemas.openxmlformats.org/officeDocument/2006/relationships/font" Target="fonts/CenturyGothic-bold.fntdata"/><Relationship Id="rId22" Type="http://schemas.openxmlformats.org/officeDocument/2006/relationships/font" Target="fonts/CenturyGothic-boldItalic.fntdata"/><Relationship Id="rId21" Type="http://schemas.openxmlformats.org/officeDocument/2006/relationships/font" Target="fonts/CenturyGothic-italic.fntdata"/><Relationship Id="rId11" Type="http://schemas.openxmlformats.org/officeDocument/2006/relationships/font" Target="fonts/InterTight-regular.fntdata"/><Relationship Id="rId10" Type="http://schemas.openxmlformats.org/officeDocument/2006/relationships/font" Target="fonts/InterTightLight-boldItalic.fntdata"/><Relationship Id="rId13" Type="http://schemas.openxmlformats.org/officeDocument/2006/relationships/font" Target="fonts/InterTight-italic.fntdata"/><Relationship Id="rId12" Type="http://schemas.openxmlformats.org/officeDocument/2006/relationships/font" Target="fonts/InterTight-bold.fntdata"/><Relationship Id="rId15" Type="http://schemas.openxmlformats.org/officeDocument/2006/relationships/font" Target="fonts/InterTightExtraLight-regular.fntdata"/><Relationship Id="rId14" Type="http://schemas.openxmlformats.org/officeDocument/2006/relationships/font" Target="fonts/InterTight-boldItalic.fntdata"/><Relationship Id="rId17" Type="http://schemas.openxmlformats.org/officeDocument/2006/relationships/font" Target="fonts/InterTightExtraLight-italic.fntdata"/><Relationship Id="rId16" Type="http://schemas.openxmlformats.org/officeDocument/2006/relationships/font" Target="fonts/InterTightExtraLight-bold.fntdata"/><Relationship Id="rId19" Type="http://schemas.openxmlformats.org/officeDocument/2006/relationships/font" Target="fonts/CenturyGothic-regular.fntdata"/><Relationship Id="rId18" Type="http://schemas.openxmlformats.org/officeDocument/2006/relationships/font" Target="fonts/InterTightExtraLigh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9ad122fb0_21_27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c9ad122fb0_21_27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g3c9ad122fb0_21_27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9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">
  <p:cSld name="REOOH-#3COV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title="turing-works-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 title="tw_white_transparen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OOH-#3COVER SLIDE 1">
  <p:cSld name="REOOH-#3COVER SLIDE_1">
    <p:bg>
      <p:bgPr>
        <a:solidFill>
          <a:srgbClr val="072E46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turing-works-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19675" y="1893575"/>
            <a:ext cx="5704651" cy="99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tw_white_transpar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5875" y="4148700"/>
            <a:ext cx="724524" cy="38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one third" showMasterSp="0">
  <p:cSld name="D. Green one third">
    <p:bg>
      <p:bgPr>
        <a:solidFill>
          <a:srgbClr val="0D425C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Four column green" showMasterSp="0">
  <p:cSld name="D. Four column green">
    <p:bg>
      <p:bgPr>
        <a:solidFill>
          <a:srgbClr val="0D425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677193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67758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29842" y="431231"/>
            <a:ext cx="5919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9842" y="717805"/>
            <a:ext cx="59190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bg>
      <p:bgPr>
        <a:solidFill>
          <a:schemeClr val="lt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" name="Google Shape;32;p6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one third" showMasterSp="0">
  <p:cSld name="Green one third">
    <p:bg>
      <p:bgPr>
        <a:solidFill>
          <a:srgbClr val="0D425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38" name="Google Shape;38;p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F2F2F2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48" name="Google Shape;48;p9"/>
          <p:cNvSpPr txBox="1"/>
          <p:nvPr>
            <p:ph idx="1" type="body"/>
          </p:nvPr>
        </p:nvSpPr>
        <p:spPr>
          <a:xfrm>
            <a:off x="629841" y="911597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pic>
        <p:nvPicPr>
          <p:cNvPr id="49" name="Google Shape;49;p9" title="brand_line.png"/>
          <p:cNvPicPr preferRelativeResize="0"/>
          <p:nvPr/>
        </p:nvPicPr>
        <p:blipFill rotWithShape="1">
          <a:blip r:embed="rId2">
            <a:alphaModFix/>
          </a:blip>
          <a:srcRect b="22906" l="0" r="0" t="22906"/>
          <a:stretch/>
        </p:blipFill>
        <p:spPr>
          <a:xfrm>
            <a:off x="-16426" y="5045700"/>
            <a:ext cx="9165048" cy="11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9" title="tw-square.png"/>
          <p:cNvPicPr preferRelativeResize="0"/>
          <p:nvPr/>
        </p:nvPicPr>
        <p:blipFill rotWithShape="1">
          <a:blip r:embed="rId3">
            <a:alphaModFix/>
          </a:blip>
          <a:srcRect b="11359" l="0" r="9066" t="11367"/>
          <a:stretch/>
        </p:blipFill>
        <p:spPr>
          <a:xfrm>
            <a:off x="8564750" y="4534725"/>
            <a:ext cx="579251" cy="49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">
  <p:cSld name="D. Blank">
    <p:bg>
      <p:bgPr>
        <a:solidFill>
          <a:schemeClr val="l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ne" showMasterSp="0">
  <p:cSld name="Section header line">
    <p:bg>
      <p:bgPr>
        <a:solidFill>
          <a:srgbClr val="0D425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type="title"/>
          </p:nvPr>
        </p:nvSpPr>
        <p:spPr>
          <a:xfrm>
            <a:off x="629842" y="2870100"/>
            <a:ext cx="78855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56" name="Google Shape;56;p11"/>
          <p:cNvCxnSpPr/>
          <p:nvPr/>
        </p:nvCxnSpPr>
        <p:spPr>
          <a:xfrm>
            <a:off x="629842" y="2760012"/>
            <a:ext cx="8516400" cy="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1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box" showMasterSp="0">
  <p:cSld name="Section header box">
    <p:bg>
      <p:bgPr>
        <a:solidFill>
          <a:srgbClr val="0D425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2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80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y slice heading">
  <p:cSld name="Gray slice heading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Inter Tight ExtraLight"/>
              <a:buNone/>
              <a:defRPr>
                <a:latin typeface="Inter Tight ExtraLight"/>
                <a:ea typeface="Inter Tight ExtraLight"/>
                <a:cs typeface="Inter Tight ExtraLight"/>
                <a:sym typeface="Inter Tight Extra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type="title"/>
          </p:nvPr>
        </p:nvSpPr>
        <p:spPr>
          <a:xfrm>
            <a:off x="629842" y="1158206"/>
            <a:ext cx="24321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67" name="Google Shape;67;p1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one third" showMasterSp="0">
  <p:cSld name="White one third">
    <p:bg>
      <p:bgPr>
        <a:solidFill>
          <a:srgbClr val="0D425C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629842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b="1"/>
            </a:lvl9pPr>
          </a:lstStyle>
          <a:p/>
        </p:txBody>
      </p:sp>
      <p:sp>
        <p:nvSpPr>
          <p:cNvPr id="73" name="Google Shape;73;p1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ighlight" showMasterSp="0">
  <p:cSld name="Green highlight">
    <p:bg>
      <p:bgPr>
        <a:solidFill>
          <a:srgbClr val="0D425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rgbClr val="0D425C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>
              <a:solidFill>
                <a:srgbClr val="0D425C"/>
              </a:solidFill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half" showMasterSp="0">
  <p:cSld name="Green half">
    <p:bg>
      <p:bgPr>
        <a:solidFill>
          <a:srgbClr val="0D425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16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83" name="Google Shape;83;p16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>
            <p:ph type="title"/>
          </p:nvPr>
        </p:nvSpPr>
        <p:spPr>
          <a:xfrm>
            <a:off x="629842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0" type="dt"/>
          </p:nvPr>
        </p:nvSpPr>
        <p:spPr>
          <a:xfrm>
            <a:off x="4569031" y="4710852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86" name="Google Shape;86;p1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wo third" showMasterSp="0">
  <p:cSld name="Green two third">
    <p:bg>
      <p:bgPr>
        <a:solidFill>
          <a:srgbClr val="0D425C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1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629842" y="1339200"/>
            <a:ext cx="45285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arrow" showMasterSp="0">
  <p:cSld name="Left arrow">
    <p:bg>
      <p:bgPr>
        <a:solidFill>
          <a:srgbClr val="0D425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98" name="Google Shape;98;p18"/>
          <p:cNvSpPr txBox="1"/>
          <p:nvPr>
            <p:ph type="title"/>
          </p:nvPr>
        </p:nvSpPr>
        <p:spPr>
          <a:xfrm>
            <a:off x="629842" y="2085975"/>
            <a:ext cx="17016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left arrow" showMasterSp="0">
  <p:cSld name="Green left arrow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629842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04" name="Google Shape;104;p19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05" name="Google Shape;105;p1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one third" showMasterSp="0">
  <p:cSld name="Arrow one third">
    <p:bg>
      <p:bgPr>
        <a:solidFill>
          <a:srgbClr val="0D425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1" name="Google Shape;111;p2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one third" showMasterSp="0">
  <p:cSld name="Green arrow one third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29842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None/>
              <a:defRPr sz="33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None/>
              <a:defRPr>
                <a:solidFill>
                  <a:srgbClr val="0D425C"/>
                </a:solidFill>
              </a:defRPr>
            </a:lvl9pPr>
          </a:lstStyle>
          <a:p/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 1" showMasterSp="0">
  <p:cSld name="Arrow half_1">
    <p:bg>
      <p:bgPr>
        <a:solidFill>
          <a:srgbClr val="0D425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0" type="dt"/>
          </p:nvPr>
        </p:nvSpPr>
        <p:spPr>
          <a:xfrm>
            <a:off x="43210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pic>
        <p:nvPicPr>
          <p:cNvPr id="123" name="Google Shape;12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half 1" showMasterSp="0">
  <p:cSld name="Green arrow half_1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6" name="Google Shape;126;p23"/>
          <p:cNvSpPr txBox="1"/>
          <p:nvPr>
            <p:ph idx="10" type="dt"/>
          </p:nvPr>
        </p:nvSpPr>
        <p:spPr>
          <a:xfrm>
            <a:off x="4192053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27" name="Google Shape;127;p23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type="title"/>
          </p:nvPr>
        </p:nvSpPr>
        <p:spPr>
          <a:xfrm>
            <a:off x="629841" y="431231"/>
            <a:ext cx="33480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two third" showMasterSp="0">
  <p:cSld name="Arrow two third">
    <p:bg>
      <p:bgPr>
        <a:solidFill>
          <a:srgbClr val="0D425C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" name="Google Shape;132;p2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pic>
        <p:nvPicPr>
          <p:cNvPr id="133" name="Google Shape;13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34" name="Google Shape;134;p24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i="0" sz="2100" u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arrow two third" showMasterSp="0">
  <p:cSld name="Green arrow two third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2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139" name="Google Shape;139;p25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141" name="Google Shape;141;p25"/>
          <p:cNvSpPr txBox="1"/>
          <p:nvPr>
            <p:ph type="title"/>
          </p:nvPr>
        </p:nvSpPr>
        <p:spPr>
          <a:xfrm>
            <a:off x="629841" y="431231"/>
            <a:ext cx="45354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i="0" sz="2100" u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green" showMasterSp="0">
  <p:cSld name="Big statement green">
    <p:bg>
      <p:bgPr>
        <a:solidFill>
          <a:srgbClr val="0D425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Font typeface="Inter Tight Light"/>
              <a:buNone/>
              <a:defRPr>
                <a:latin typeface="Inter Tight Light"/>
                <a:ea typeface="Inter Tight Light"/>
                <a:cs typeface="Inter Tight Light"/>
                <a:sym typeface="Inter Tight Light"/>
              </a:defRPr>
            </a:lvl9pPr>
          </a:lstStyle>
          <a:p/>
        </p:txBody>
      </p:sp>
      <p:sp>
        <p:nvSpPr>
          <p:cNvPr id="144" name="Google Shape;144;p26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icon">
  <p:cSld name="Big statement icon">
    <p:bg>
      <p:bgPr>
        <a:solidFill>
          <a:schemeClr val="dk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8" name="Google Shape;148;p27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noFill/>
          <a:ln cap="flat" cmpd="sng" w="8075">
            <a:solidFill>
              <a:srgbClr val="0D42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````</a:t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4100"/>
              <a:buNone/>
              <a:defRPr sz="4100">
                <a:solidFill>
                  <a:srgbClr val="0D425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bg>
      <p:bgPr>
        <a:solidFill>
          <a:srgbClr val="072F46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8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52" name="Google Shape;152;p28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0D425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cial gray" showMasterSp="0">
  <p:cSld name="Special gray">
    <p:bg>
      <p:bgPr>
        <a:solidFill>
          <a:srgbClr val="2C2C2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green" showMasterSp="0">
  <p:cSld name="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3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laimer">
  <p:cSld name="Disclaimer">
    <p:bg>
      <p:bgPr>
        <a:solidFill>
          <a:schemeClr val="dk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165" name="Google Shape;165;p32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166" name="Google Shape;166;p32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7" name="Google Shape;167;p3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guide">
  <p:cSld name="Layout guide"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70" name="Google Shape;170;p33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171" name="Google Shape;171;p33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33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173" name="Google Shape;173;p33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174" name="Google Shape;174;p33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33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33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33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33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33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33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33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33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33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33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33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33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33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33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33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33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33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33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33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194" name="Google Shape;194;p33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195" name="Google Shape;195;p33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6" name="Google Shape;196;p33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7" name="Google Shape;197;p33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8" name="Google Shape;198;p33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199" name="Google Shape;199;p33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0" name="Google Shape;200;p33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1" name="Google Shape;201;p33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2" name="Google Shape;202;p33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3" name="Google Shape;203;p33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4" name="Google Shape;204;p33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05" name="Google Shape;205;p33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06" name="Google Shape;206;p33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33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208" name="Google Shape;208;p33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209" name="Google Shape;209;p33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0" name="Google Shape;210;p33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1" name="Google Shape;211;p33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2" name="Google Shape;212;p33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213" name="Google Shape;213;p33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214" name="Google Shape;214;p33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33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Slide" showMasterSp="0">
  <p:cSld name="D. Title Slide">
    <p:bg>
      <p:bgPr>
        <a:solidFill>
          <a:schemeClr val="accen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17" name="Google Shape;217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-25003"/>
            <a:ext cx="9143998" cy="518755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2936810" y="2995127"/>
            <a:ext cx="327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ctr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400"/>
              <a:buChar char="​"/>
              <a:defRPr sz="14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664369" y="2140847"/>
            <a:ext cx="78294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67450" spcFirstLastPara="1" rIns="26745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300"/>
              <a:buFont typeface="Century Gothic"/>
              <a:buNone/>
              <a:defRPr b="1" sz="33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and Text">
  <p:cSld name="D. Title and Text"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22" name="Google Shape;222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5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–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​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2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ay slice heading">
  <p:cSld name="D. Gray slice heading"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8" name="Google Shape;228;p36"/>
          <p:cNvSpPr/>
          <p:nvPr/>
        </p:nvSpPr>
        <p:spPr>
          <a:xfrm>
            <a:off x="1" y="-982"/>
            <a:ext cx="3520800" cy="514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9" name="Google Shape;229;p36"/>
          <p:cNvSpPr txBox="1"/>
          <p:nvPr>
            <p:ph idx="1" type="subTitle"/>
          </p:nvPr>
        </p:nvSpPr>
        <p:spPr>
          <a:xfrm>
            <a:off x="629841" y="1619240"/>
            <a:ext cx="2650800" cy="4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30" name="Google Shape;230;p36"/>
          <p:cNvSpPr txBox="1"/>
          <p:nvPr>
            <p:ph type="title"/>
          </p:nvPr>
        </p:nvSpPr>
        <p:spPr>
          <a:xfrm>
            <a:off x="629841" y="920286"/>
            <a:ext cx="26508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1" name="Google Shape;231;p3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box">
  <p:cSld name="D. Section header box">
    <p:bg>
      <p:bgPr>
        <a:solidFill>
          <a:schemeClr val="lt2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4" name="Google Shape;234;p37"/>
          <p:cNvSpPr txBox="1"/>
          <p:nvPr>
            <p:ph type="title"/>
          </p:nvPr>
        </p:nvSpPr>
        <p:spPr>
          <a:xfrm>
            <a:off x="963557" y="2001031"/>
            <a:ext cx="7215300" cy="24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102875" lIns="205725" spcFirstLastPara="1" rIns="205725" wrap="square" tIns="205725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5" name="Google Shape;235;p37"/>
          <p:cNvSpPr/>
          <p:nvPr/>
        </p:nvSpPr>
        <p:spPr>
          <a:xfrm>
            <a:off x="960520" y="1068061"/>
            <a:ext cx="713700" cy="713700"/>
          </a:xfrm>
          <a:prstGeom prst="rect">
            <a:avLst/>
          </a:prstGeom>
          <a:noFill/>
          <a:ln cap="flat" cmpd="sng" w="80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ection header line">
  <p:cSld name="D. Section header line"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8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38"/>
          <p:cNvSpPr txBox="1"/>
          <p:nvPr>
            <p:ph type="title"/>
          </p:nvPr>
        </p:nvSpPr>
        <p:spPr>
          <a:xfrm>
            <a:off x="629841" y="2870100"/>
            <a:ext cx="7174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39" name="Google Shape;239;p38"/>
          <p:cNvCxnSpPr/>
          <p:nvPr/>
        </p:nvCxnSpPr>
        <p:spPr>
          <a:xfrm>
            <a:off x="629841" y="2760012"/>
            <a:ext cx="8511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White one third" showMasterSp="0">
  <p:cSld name="D. White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39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304874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39"/>
          <p:cNvSpPr/>
          <p:nvPr/>
        </p:nvSpPr>
        <p:spPr>
          <a:xfrm>
            <a:off x="0" y="0"/>
            <a:ext cx="3059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4" name="Google Shape;244;p3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5" name="Google Shape;245;p3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ighlight" showMasterSp="0">
  <p:cSld name="D. Green highlight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0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 rot="10800000">
            <a:off x="5374205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0"/>
          <p:cNvSpPr/>
          <p:nvPr/>
        </p:nvSpPr>
        <p:spPr>
          <a:xfrm>
            <a:off x="0" y="0"/>
            <a:ext cx="5379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4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0" name="Google Shape;250;p40"/>
          <p:cNvSpPr txBox="1"/>
          <p:nvPr>
            <p:ph type="title"/>
          </p:nvPr>
        </p:nvSpPr>
        <p:spPr>
          <a:xfrm>
            <a:off x="629842" y="431231"/>
            <a:ext cx="45501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1" name="Google Shape;251;p4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52" name="Google Shape;252;p40"/>
          <p:cNvSpPr txBox="1"/>
          <p:nvPr>
            <p:ph idx="1" type="body"/>
          </p:nvPr>
        </p:nvSpPr>
        <p:spPr>
          <a:xfrm>
            <a:off x="629842" y="717805"/>
            <a:ext cx="45501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half" showMasterSp="0">
  <p:cSld name="D. Green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41"/>
          <p:cNvSpPr/>
          <p:nvPr>
            <p:ph idx="2" type="pic"/>
          </p:nvPr>
        </p:nvSpPr>
        <p:spPr>
          <a:xfrm>
            <a:off x="4569016" y="0"/>
            <a:ext cx="45750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4267186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1"/>
          <p:cNvSpPr txBox="1"/>
          <p:nvPr>
            <p:ph type="title"/>
          </p:nvPr>
        </p:nvSpPr>
        <p:spPr>
          <a:xfrm>
            <a:off x="629841" y="1339200"/>
            <a:ext cx="3134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2400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8" name="Google Shape;258;p4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9" name="Google Shape;259;p4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two third" showMasterSp="0">
  <p:cSld name="D. Green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42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5557387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/>
          <p:nvPr/>
        </p:nvSpPr>
        <p:spPr>
          <a:xfrm>
            <a:off x="5864657" y="0"/>
            <a:ext cx="3279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3" name="Google Shape;263;p42"/>
          <p:cNvSpPr/>
          <p:nvPr>
            <p:ph idx="2" type="pic"/>
          </p:nvPr>
        </p:nvSpPr>
        <p:spPr>
          <a:xfrm>
            <a:off x="5865019" y="0"/>
            <a:ext cx="3279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4" name="Google Shape;264;p42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5" name="Google Shape;265;p42"/>
          <p:cNvSpPr txBox="1"/>
          <p:nvPr>
            <p:ph type="title"/>
          </p:nvPr>
        </p:nvSpPr>
        <p:spPr>
          <a:xfrm>
            <a:off x="629841" y="1339200"/>
            <a:ext cx="45291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6" name="Google Shape;266;p4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eft arrow" showMasterSp="0">
  <p:cSld name="D. Left arro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9" name="Google Shape;269;p43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0" name="Google Shape;270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49331" y="2692799"/>
            <a:ext cx="1023938" cy="2537222"/>
          </a:xfrm>
          <a:custGeom>
            <a:rect b="b" l="l" r="r" t="t"/>
            <a:pathLst>
              <a:path extrusionOk="0" h="3382962" w="1365250">
                <a:moveTo>
                  <a:pt x="91954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264716"/>
                </a:lnTo>
                <a:lnTo>
                  <a:pt x="129871" y="3267601"/>
                </a:lnTo>
                <a:close/>
                <a:moveTo>
                  <a:pt x="0" y="0"/>
                </a:moveTo>
                <a:lnTo>
                  <a:pt x="909386" y="0"/>
                </a:lnTo>
                <a:lnTo>
                  <a:pt x="0" y="29856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1" name="Google Shape;271;p43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4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left arrow" showMasterSp="0">
  <p:cSld name="D. Green left arrow">
    <p:bg>
      <p:bgPr>
        <a:solidFill>
          <a:schemeClr val="l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/>
          <p:nvPr/>
        </p:nvSpPr>
        <p:spPr>
          <a:xfrm>
            <a:off x="1143" y="983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5" name="Google Shape;275;p44"/>
          <p:cNvSpPr txBox="1"/>
          <p:nvPr>
            <p:ph type="title"/>
          </p:nvPr>
        </p:nvSpPr>
        <p:spPr>
          <a:xfrm>
            <a:off x="629841" y="2073152"/>
            <a:ext cx="17016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entury Gothic"/>
              <a:buNone/>
              <a:defRPr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6" name="Google Shape;276;p44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77" name="Google Shape;277;p44"/>
          <p:cNvPicPr preferRelativeResize="0"/>
          <p:nvPr/>
        </p:nvPicPr>
        <p:blipFill rotWithShape="1">
          <a:blip r:embed="rId2">
            <a:alphaModFix/>
          </a:blip>
          <a:srcRect b="7720" l="0" r="0" t="6214"/>
          <a:stretch/>
        </p:blipFill>
        <p:spPr>
          <a:xfrm rot="125994">
            <a:off x="1632951" y="2553977"/>
            <a:ext cx="2022358" cy="2597751"/>
          </a:xfrm>
          <a:custGeom>
            <a:rect b="b" l="l" r="r" t="t"/>
            <a:pathLst>
              <a:path extrusionOk="0" h="3461745" w="2694666">
                <a:moveTo>
                  <a:pt x="0" y="0"/>
                </a:moveTo>
                <a:lnTo>
                  <a:pt x="2694666" y="0"/>
                </a:lnTo>
                <a:lnTo>
                  <a:pt x="2694666" y="3461745"/>
                </a:lnTo>
                <a:lnTo>
                  <a:pt x="1325678" y="3461745"/>
                </a:lnTo>
                <a:lnTo>
                  <a:pt x="1671729" y="3449661"/>
                </a:lnTo>
                <a:lnTo>
                  <a:pt x="1894583" y="6023"/>
                </a:lnTo>
                <a:lnTo>
                  <a:pt x="1847153" y="12445"/>
                </a:lnTo>
                <a:lnTo>
                  <a:pt x="1149427" y="3461745"/>
                </a:lnTo>
                <a:lnTo>
                  <a:pt x="0" y="3461745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78" name="Google Shape;278;p4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one third" showMasterSp="0">
  <p:cSld name="D. Arrow one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1" name="Google Shape;281;p45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45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entury Gothic"/>
              <a:buNone/>
              <a:defRPr b="1" sz="33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3" name="Google Shape;283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36144" y="2545794"/>
            <a:ext cx="973931" cy="2678906"/>
          </a:xfrm>
          <a:custGeom>
            <a:rect b="b" l="l" r="r" t="t"/>
            <a:pathLst>
              <a:path extrusionOk="0" h="3571875" w="1298575">
                <a:moveTo>
                  <a:pt x="0" y="0"/>
                </a:moveTo>
                <a:lnTo>
                  <a:pt x="1298575" y="0"/>
                </a:lnTo>
                <a:lnTo>
                  <a:pt x="1298575" y="3571875"/>
                </a:lnTo>
                <a:lnTo>
                  <a:pt x="0" y="3571875"/>
                </a:lnTo>
                <a:lnTo>
                  <a:pt x="0" y="3465683"/>
                </a:lnTo>
                <a:lnTo>
                  <a:pt x="139700" y="3466783"/>
                </a:lnTo>
                <a:lnTo>
                  <a:pt x="841375" y="21908"/>
                </a:lnTo>
                <a:lnTo>
                  <a:pt x="0" y="26427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one third" showMasterSp="0">
  <p:cSld name="D. Green arrow one third">
    <p:bg>
      <p:bgPr>
        <a:solidFill>
          <a:schemeClr val="lt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/>
          <p:nvPr/>
        </p:nvSpPr>
        <p:spPr>
          <a:xfrm>
            <a:off x="1" y="0"/>
            <a:ext cx="40701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629841" y="1339200"/>
            <a:ext cx="2889300" cy="24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Century Gothic"/>
              <a:buNone/>
              <a:defRPr b="1" sz="33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89" name="Google Shape;289;p46"/>
          <p:cNvPicPr preferRelativeResize="0"/>
          <p:nvPr/>
        </p:nvPicPr>
        <p:blipFill rotWithShape="1">
          <a:blip r:embed="rId2">
            <a:alphaModFix/>
          </a:blip>
          <a:srcRect b="6863" l="0" r="0" t="7565"/>
          <a:stretch/>
        </p:blipFill>
        <p:spPr>
          <a:xfrm>
            <a:off x="2683544" y="2562225"/>
            <a:ext cx="2021000" cy="2581275"/>
          </a:xfrm>
          <a:custGeom>
            <a:rect b="b" l="l" r="r" t="t"/>
            <a:pathLst>
              <a:path extrusionOk="0" h="3441700" w="2694666">
                <a:moveTo>
                  <a:pt x="2040063" y="0"/>
                </a:moveTo>
                <a:lnTo>
                  <a:pt x="2694666" y="0"/>
                </a:lnTo>
                <a:lnTo>
                  <a:pt x="2694666" y="3441700"/>
                </a:lnTo>
                <a:lnTo>
                  <a:pt x="1510783" y="3441700"/>
                </a:lnTo>
                <a:lnTo>
                  <a:pt x="1816742" y="365420"/>
                </a:lnTo>
                <a:lnTo>
                  <a:pt x="2022641" y="379413"/>
                </a:lnTo>
                <a:close/>
                <a:moveTo>
                  <a:pt x="0" y="0"/>
                </a:moveTo>
                <a:lnTo>
                  <a:pt x="1846270" y="0"/>
                </a:lnTo>
                <a:lnTo>
                  <a:pt x="1848810" y="12700"/>
                </a:lnTo>
                <a:lnTo>
                  <a:pt x="1777372" y="362744"/>
                </a:lnTo>
                <a:lnTo>
                  <a:pt x="1780172" y="362934"/>
                </a:lnTo>
                <a:lnTo>
                  <a:pt x="1144340" y="3441700"/>
                </a:lnTo>
                <a:lnTo>
                  <a:pt x="0" y="34417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0" name="Google Shape;290;p4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" showMasterSp="0">
  <p:cSld name="D. Arrow half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3" name="Google Shape;293;p47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294" name="Google Shape;294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95" name="Google Shape;295;p4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296" name="Google Shape;296;p47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half" showMasterSp="0">
  <p:cSld name="D. Green arrow half">
    <p:bg>
      <p:bgPr>
        <a:solidFill>
          <a:schemeClr val="lt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8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p48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1" name="Google Shape;301;p48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3347096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136534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957033" y="3456551"/>
                </a:lnTo>
                <a:lnTo>
                  <a:pt x="1856842" y="432620"/>
                </a:lnTo>
                <a:lnTo>
                  <a:pt x="1914577" y="426057"/>
                </a:lnTo>
                <a:close/>
                <a:moveTo>
                  <a:pt x="0" y="0"/>
                </a:moveTo>
                <a:lnTo>
                  <a:pt x="1841687" y="0"/>
                </a:lnTo>
                <a:lnTo>
                  <a:pt x="1142595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2" name="Google Shape;302;p48"/>
          <p:cNvSpPr txBox="1"/>
          <p:nvPr>
            <p:ph type="title"/>
          </p:nvPr>
        </p:nvSpPr>
        <p:spPr>
          <a:xfrm>
            <a:off x="629842" y="431231"/>
            <a:ext cx="34035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3" name="Google Shape;303;p4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04" name="Google Shape;304;p48"/>
          <p:cNvSpPr txBox="1"/>
          <p:nvPr>
            <p:ph idx="1" type="body"/>
          </p:nvPr>
        </p:nvSpPr>
        <p:spPr>
          <a:xfrm>
            <a:off x="629842" y="717805"/>
            <a:ext cx="3403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two third" showMasterSp="0">
  <p:cSld name="D. Arrow two third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49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08" name="Google Shape;308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17754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1153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07988" y="3382962"/>
                </a:lnTo>
                <a:lnTo>
                  <a:pt x="111422" y="3368118"/>
                </a:lnTo>
                <a:lnTo>
                  <a:pt x="129661" y="3368407"/>
                </a:lnTo>
                <a:close/>
                <a:moveTo>
                  <a:pt x="890411" y="0"/>
                </a:moveTo>
                <a:lnTo>
                  <a:pt x="897808" y="0"/>
                </a:lnTo>
                <a:lnTo>
                  <a:pt x="870584" y="85726"/>
                </a:lnTo>
                <a:close/>
                <a:moveTo>
                  <a:pt x="0" y="0"/>
                </a:moveTo>
                <a:lnTo>
                  <a:pt x="852736" y="0"/>
                </a:lnTo>
                <a:lnTo>
                  <a:pt x="0" y="1883543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09" name="Google Shape;309;p49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49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Green arrow two third" showMasterSp="0">
  <p:cSld name="D. Green arrow two third"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0"/>
          <p:cNvSpPr/>
          <p:nvPr/>
        </p:nvSpPr>
        <p:spPr>
          <a:xfrm>
            <a:off x="0" y="0"/>
            <a:ext cx="6334679" cy="5143500"/>
          </a:xfrm>
          <a:custGeom>
            <a:rect b="b" l="l" r="r" t="t"/>
            <a:pathLst>
              <a:path extrusionOk="0" h="6858000" w="8446239">
                <a:moveTo>
                  <a:pt x="0" y="0"/>
                </a:moveTo>
                <a:lnTo>
                  <a:pt x="7645979" y="0"/>
                </a:lnTo>
                <a:lnTo>
                  <a:pt x="8446239" y="3429000"/>
                </a:lnTo>
                <a:lnTo>
                  <a:pt x="764597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FF5F2C"/>
              </a:gs>
              <a:gs pos="100000">
                <a:srgbClr val="E03600"/>
              </a:gs>
            </a:gsLst>
            <a:lin ang="8100019" scaled="0"/>
          </a:gra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4" name="Google Shape;314;p50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8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15" name="Google Shape;315;p50"/>
          <p:cNvPicPr preferRelativeResize="0"/>
          <p:nvPr/>
        </p:nvPicPr>
        <p:blipFill rotWithShape="1">
          <a:blip r:embed="rId2">
            <a:alphaModFix/>
          </a:blip>
          <a:srcRect b="6861" l="0" r="0" t="9056"/>
          <a:stretch/>
        </p:blipFill>
        <p:spPr>
          <a:xfrm rot="125994">
            <a:off x="4927688" y="2557708"/>
            <a:ext cx="2022358" cy="2593853"/>
          </a:xfrm>
          <a:custGeom>
            <a:rect b="b" l="l" r="r" t="t"/>
            <a:pathLst>
              <a:path extrusionOk="0" h="3456551" w="2694666">
                <a:moveTo>
                  <a:pt x="2068299" y="0"/>
                </a:moveTo>
                <a:lnTo>
                  <a:pt x="2694666" y="0"/>
                </a:lnTo>
                <a:lnTo>
                  <a:pt x="2694666" y="3456551"/>
                </a:lnTo>
                <a:lnTo>
                  <a:pt x="1434992" y="3456551"/>
                </a:lnTo>
                <a:close/>
                <a:moveTo>
                  <a:pt x="0" y="0"/>
                </a:moveTo>
                <a:lnTo>
                  <a:pt x="1825478" y="0"/>
                </a:lnTo>
                <a:lnTo>
                  <a:pt x="1138791" y="3456551"/>
                </a:lnTo>
                <a:lnTo>
                  <a:pt x="0" y="345655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16" name="Google Shape;316;p5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17" name="Google Shape;317;p50"/>
          <p:cNvSpPr txBox="1"/>
          <p:nvPr>
            <p:ph type="title"/>
          </p:nvPr>
        </p:nvSpPr>
        <p:spPr>
          <a:xfrm>
            <a:off x="629842" y="431231"/>
            <a:ext cx="45336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 b="1" i="0" sz="2100" u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50"/>
          <p:cNvSpPr txBox="1"/>
          <p:nvPr>
            <p:ph idx="1" type="body"/>
          </p:nvPr>
        </p:nvSpPr>
        <p:spPr>
          <a:xfrm>
            <a:off x="629842" y="717805"/>
            <a:ext cx="45336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green" showMasterSp="0">
  <p:cSld name="D. Big statement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1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1" name="Google Shape;321;p51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Century Gothic"/>
              <a:buNone/>
              <a:defRPr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2" name="Google Shape;322;p5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ig statement icon">
  <p:cSld name="D. Big statement icon">
    <p:bg>
      <p:bgPr>
        <a:solidFill>
          <a:schemeClr val="lt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52"/>
          <p:cNvSpPr/>
          <p:nvPr/>
        </p:nvSpPr>
        <p:spPr>
          <a:xfrm>
            <a:off x="629842" y="469106"/>
            <a:ext cx="699600" cy="699600"/>
          </a:xfrm>
          <a:prstGeom prst="rect">
            <a:avLst/>
          </a:prstGeom>
          <a:solidFill>
            <a:schemeClr val="lt2"/>
          </a:solidFill>
          <a:ln cap="flat" cmpd="sng" w="80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6" name="Google Shape;326;p52"/>
          <p:cNvSpPr txBox="1"/>
          <p:nvPr>
            <p:ph type="title"/>
          </p:nvPr>
        </p:nvSpPr>
        <p:spPr>
          <a:xfrm>
            <a:off x="629842" y="2869750"/>
            <a:ext cx="7885500" cy="120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100"/>
              <a:buFont typeface="Century Gothic"/>
              <a:buNone/>
              <a:defRPr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Quote" showMasterSp="0">
  <p:cSld name="D. Quote">
    <p:bg>
      <p:bgPr>
        <a:solidFill>
          <a:srgbClr val="E03600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29" name="Google Shape;329;p53"/>
          <p:cNvPicPr preferRelativeResize="0"/>
          <p:nvPr/>
        </p:nvPicPr>
        <p:blipFill rotWithShape="1">
          <a:blip r:embed="rId2">
            <a:alphaModFix/>
          </a:blip>
          <a:srcRect b="1254" l="0" r="3633" t="0"/>
          <a:stretch/>
        </p:blipFill>
        <p:spPr>
          <a:xfrm flipH="1" rot="-5400000">
            <a:off x="5098096" y="76082"/>
            <a:ext cx="576943" cy="7514866"/>
          </a:xfrm>
          <a:custGeom>
            <a:rect b="b" l="l" r="r" t="t"/>
            <a:pathLst>
              <a:path extrusionOk="0" h="10019821" w="769257">
                <a:moveTo>
                  <a:pt x="0" y="0"/>
                </a:moveTo>
                <a:lnTo>
                  <a:pt x="0" y="4631160"/>
                </a:lnTo>
                <a:lnTo>
                  <a:pt x="216750" y="999646"/>
                </a:lnTo>
                <a:lnTo>
                  <a:pt x="197800" y="10019821"/>
                </a:lnTo>
                <a:lnTo>
                  <a:pt x="769257" y="10019821"/>
                </a:lnTo>
                <a:lnTo>
                  <a:pt x="769257" y="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30" name="Google Shape;330;p53"/>
          <p:cNvSpPr/>
          <p:nvPr/>
        </p:nvSpPr>
        <p:spPr>
          <a:xfrm flipH="1">
            <a:off x="0" y="0"/>
            <a:ext cx="9144000" cy="4400501"/>
          </a:xfrm>
          <a:custGeom>
            <a:rect b="b" l="l" r="r" t="t"/>
            <a:pathLst>
              <a:path extrusionOk="0" h="5867335" w="12192000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rgbClr val="FF5F2C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1" name="Google Shape;331;p5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Special gray" showMasterSp="0">
  <p:cSld name="D. Special gray">
    <p:bg>
      <p:bgPr>
        <a:solidFill>
          <a:srgbClr val="2C2C2C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4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54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Century Gothic"/>
              <a:buNone/>
              <a:defRPr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54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100"/>
              <a:buChar char="​"/>
              <a:defRPr sz="1100">
                <a:solidFill>
                  <a:schemeClr val="lt2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able of contents" showMasterSp="0">
  <p:cSld name="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9" name="Google Shape;339;p55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40" name="Google Shape;340;p55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341" name="Google Shape;341;p55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342" name="Google Shape;342;p5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343" name="Google Shape;343;p55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Blank green" showMasterSp="0">
  <p:cSld name="D. Blank green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6"/>
          <p:cNvSpPr txBox="1"/>
          <p:nvPr>
            <p:ph idx="10" type="dt"/>
          </p:nvPr>
        </p:nvSpPr>
        <p:spPr>
          <a:xfrm>
            <a:off x="4016231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6" name="Google Shape;346;p56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Disclaimer">
  <p:cSld name="D. Disclaim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9" name="Google Shape;349;p57"/>
          <p:cNvSpPr txBox="1"/>
          <p:nvPr>
            <p:ph idx="1" type="body"/>
          </p:nvPr>
        </p:nvSpPr>
        <p:spPr>
          <a:xfrm>
            <a:off x="3766369" y="1248192"/>
            <a:ext cx="4656900" cy="24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Char char="​"/>
              <a:defRPr sz="700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175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  <p:sp>
        <p:nvSpPr>
          <p:cNvPr id="350" name="Google Shape;350;p57"/>
          <p:cNvSpPr txBox="1"/>
          <p:nvPr/>
        </p:nvSpPr>
        <p:spPr>
          <a:xfrm>
            <a:off x="629842" y="2286938"/>
            <a:ext cx="22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entury Gothic"/>
              <a:buNone/>
            </a:pPr>
            <a:r>
              <a:rPr b="1" lang="en-GB" sz="30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Disclaimer</a:t>
            </a:r>
            <a:endParaRPr sz="1100"/>
          </a:p>
        </p:txBody>
      </p:sp>
      <p:cxnSp>
        <p:nvCxnSpPr>
          <p:cNvPr id="351" name="Google Shape;351;p57"/>
          <p:cNvCxnSpPr/>
          <p:nvPr/>
        </p:nvCxnSpPr>
        <p:spPr>
          <a:xfrm>
            <a:off x="3275924" y="1222639"/>
            <a:ext cx="0" cy="254400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End" showMasterSp="0">
  <p:cSld name="D. End">
    <p:bg>
      <p:bgPr>
        <a:solidFill>
          <a:schemeClr val="accent1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58"/>
          <p:cNvPicPr preferRelativeResize="0"/>
          <p:nvPr/>
        </p:nvPicPr>
        <p:blipFill rotWithShape="1">
          <a:blip r:embed="rId2">
            <a:alphaModFix/>
          </a:blip>
          <a:srcRect b="0" l="-1249" r="504" t="0"/>
          <a:stretch/>
        </p:blipFill>
        <p:spPr>
          <a:xfrm>
            <a:off x="0" y="1"/>
            <a:ext cx="9144002" cy="5143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58"/>
          <p:cNvPicPr preferRelativeResize="0"/>
          <p:nvPr/>
        </p:nvPicPr>
        <p:blipFill rotWithShape="1">
          <a:blip r:embed="rId3">
            <a:alphaModFix/>
          </a:blip>
          <a:srcRect b="5969" l="0" r="11442" t="25888"/>
          <a:stretch/>
        </p:blipFill>
        <p:spPr>
          <a:xfrm>
            <a:off x="2895493" y="1553163"/>
            <a:ext cx="3354350" cy="2037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Layout guide">
  <p:cSld name="D. Layout guide">
    <p:bg>
      <p:bgPr>
        <a:solidFill>
          <a:schemeClr val="lt2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357" name="Google Shape;357;p59"/>
          <p:cNvGrpSpPr/>
          <p:nvPr/>
        </p:nvGrpSpPr>
        <p:grpSpPr>
          <a:xfrm>
            <a:off x="-606" y="-1"/>
            <a:ext cx="9145506" cy="5143502"/>
            <a:chOff x="-808" y="-1"/>
            <a:chExt cx="12194008" cy="6858002"/>
          </a:xfrm>
        </p:grpSpPr>
        <p:sp>
          <p:nvSpPr>
            <p:cNvPr id="358" name="Google Shape;358;p59"/>
            <p:cNvSpPr/>
            <p:nvPr/>
          </p:nvSpPr>
          <p:spPr>
            <a:xfrm>
              <a:off x="-600" y="0"/>
              <a:ext cx="12193204" cy="6858001"/>
            </a:xfrm>
            <a:custGeom>
              <a:rect b="b" l="l" r="r" t="t"/>
              <a:pathLst>
                <a:path extrusionOk="0" h="3396" w="6026">
                  <a:moveTo>
                    <a:pt x="6024" y="3394"/>
                  </a:moveTo>
                  <a:lnTo>
                    <a:pt x="6024" y="3391"/>
                  </a:lnTo>
                  <a:lnTo>
                    <a:pt x="5" y="3391"/>
                  </a:lnTo>
                  <a:lnTo>
                    <a:pt x="5" y="5"/>
                  </a:lnTo>
                  <a:lnTo>
                    <a:pt x="6021" y="5"/>
                  </a:lnTo>
                  <a:lnTo>
                    <a:pt x="6021" y="3394"/>
                  </a:lnTo>
                  <a:lnTo>
                    <a:pt x="6024" y="3394"/>
                  </a:lnTo>
                  <a:lnTo>
                    <a:pt x="6024" y="3391"/>
                  </a:lnTo>
                  <a:lnTo>
                    <a:pt x="6024" y="3394"/>
                  </a:lnTo>
                  <a:lnTo>
                    <a:pt x="6026" y="3394"/>
                  </a:lnTo>
                  <a:lnTo>
                    <a:pt x="6026" y="0"/>
                  </a:lnTo>
                  <a:lnTo>
                    <a:pt x="0" y="0"/>
                  </a:lnTo>
                  <a:lnTo>
                    <a:pt x="0" y="3396"/>
                  </a:lnTo>
                  <a:lnTo>
                    <a:pt x="6026" y="3396"/>
                  </a:lnTo>
                  <a:lnTo>
                    <a:pt x="6026" y="3394"/>
                  </a:lnTo>
                  <a:lnTo>
                    <a:pt x="6024" y="33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entury Gothic"/>
                <a:buNone/>
              </a:pPr>
              <a:r>
                <a:t/>
              </a:r>
              <a:endParaRPr b="0" i="0" sz="1400" u="none" cap="none" strike="noStrike">
                <a:solidFill>
                  <a:srgbClr val="575757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p59"/>
            <p:cNvSpPr/>
            <p:nvPr/>
          </p:nvSpPr>
          <p:spPr>
            <a:xfrm>
              <a:off x="0" y="-1"/>
              <a:ext cx="12193200" cy="6858000"/>
            </a:xfrm>
            <a:custGeom>
              <a:rect b="b" l="l" r="r" t="t"/>
              <a:pathLst>
                <a:path extrusionOk="0" h="6858000" w="12193200">
                  <a:moveTo>
                    <a:pt x="839789" y="574976"/>
                  </a:moveTo>
                  <a:lnTo>
                    <a:pt x="839789" y="6224034"/>
                  </a:lnTo>
                  <a:lnTo>
                    <a:pt x="11353802" y="6224034"/>
                  </a:lnTo>
                  <a:lnTo>
                    <a:pt x="11353802" y="574976"/>
                  </a:lnTo>
                  <a:close/>
                  <a:moveTo>
                    <a:pt x="0" y="0"/>
                  </a:moveTo>
                  <a:lnTo>
                    <a:pt x="12193200" y="0"/>
                  </a:lnTo>
                  <a:lnTo>
                    <a:pt x="1219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chemeClr val="accent2">
                <a:alpha val="4710"/>
              </a:schemeClr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60" name="Google Shape;360;p59"/>
            <p:cNvGrpSpPr/>
            <p:nvPr/>
          </p:nvGrpSpPr>
          <p:grpSpPr>
            <a:xfrm>
              <a:off x="-808" y="574956"/>
              <a:ext cx="12192907" cy="5233383"/>
              <a:chOff x="12623800" y="622800"/>
              <a:chExt cx="11175900" cy="5536800"/>
            </a:xfrm>
          </p:grpSpPr>
          <p:cxnSp>
            <p:nvCxnSpPr>
              <p:cNvPr id="361" name="Google Shape;361;p59"/>
              <p:cNvCxnSpPr/>
              <p:nvPr/>
            </p:nvCxnSpPr>
            <p:spPr>
              <a:xfrm>
                <a:off x="12623800" y="6228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2" name="Google Shape;362;p59"/>
              <p:cNvCxnSpPr/>
              <p:nvPr/>
            </p:nvCxnSpPr>
            <p:spPr>
              <a:xfrm>
                <a:off x="12623800" y="91421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3" name="Google Shape;363;p59"/>
              <p:cNvCxnSpPr/>
              <p:nvPr/>
            </p:nvCxnSpPr>
            <p:spPr>
              <a:xfrm>
                <a:off x="12623800" y="120562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4" name="Google Shape;364;p59"/>
              <p:cNvCxnSpPr/>
              <p:nvPr/>
            </p:nvCxnSpPr>
            <p:spPr>
              <a:xfrm>
                <a:off x="12623800" y="1497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5" name="Google Shape;365;p59"/>
              <p:cNvCxnSpPr/>
              <p:nvPr/>
            </p:nvCxnSpPr>
            <p:spPr>
              <a:xfrm>
                <a:off x="12623800" y="178844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6" name="Google Shape;366;p59"/>
              <p:cNvCxnSpPr/>
              <p:nvPr/>
            </p:nvCxnSpPr>
            <p:spPr>
              <a:xfrm>
                <a:off x="12623800" y="207985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59"/>
              <p:cNvCxnSpPr/>
              <p:nvPr/>
            </p:nvCxnSpPr>
            <p:spPr>
              <a:xfrm>
                <a:off x="12623800" y="237126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59"/>
              <p:cNvCxnSpPr/>
              <p:nvPr/>
            </p:nvCxnSpPr>
            <p:spPr>
              <a:xfrm>
                <a:off x="12623800" y="266267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59"/>
              <p:cNvCxnSpPr/>
              <p:nvPr/>
            </p:nvCxnSpPr>
            <p:spPr>
              <a:xfrm>
                <a:off x="12623800" y="295408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59"/>
              <p:cNvCxnSpPr/>
              <p:nvPr/>
            </p:nvCxnSpPr>
            <p:spPr>
              <a:xfrm>
                <a:off x="12623800" y="3245499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59"/>
              <p:cNvCxnSpPr/>
              <p:nvPr/>
            </p:nvCxnSpPr>
            <p:spPr>
              <a:xfrm>
                <a:off x="12623800" y="353691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59"/>
              <p:cNvCxnSpPr/>
              <p:nvPr/>
            </p:nvCxnSpPr>
            <p:spPr>
              <a:xfrm>
                <a:off x="12623800" y="3828321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59"/>
              <p:cNvCxnSpPr/>
              <p:nvPr/>
            </p:nvCxnSpPr>
            <p:spPr>
              <a:xfrm>
                <a:off x="12623800" y="4119732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4" name="Google Shape;374;p59"/>
              <p:cNvCxnSpPr/>
              <p:nvPr/>
            </p:nvCxnSpPr>
            <p:spPr>
              <a:xfrm>
                <a:off x="12623800" y="4411143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5" name="Google Shape;375;p59"/>
              <p:cNvCxnSpPr/>
              <p:nvPr/>
            </p:nvCxnSpPr>
            <p:spPr>
              <a:xfrm>
                <a:off x="12623800" y="4702554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6" name="Google Shape;376;p59"/>
              <p:cNvCxnSpPr/>
              <p:nvPr/>
            </p:nvCxnSpPr>
            <p:spPr>
              <a:xfrm>
                <a:off x="12623800" y="4993965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59"/>
              <p:cNvCxnSpPr/>
              <p:nvPr/>
            </p:nvCxnSpPr>
            <p:spPr>
              <a:xfrm>
                <a:off x="12623800" y="5285376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59"/>
              <p:cNvCxnSpPr/>
              <p:nvPr/>
            </p:nvCxnSpPr>
            <p:spPr>
              <a:xfrm>
                <a:off x="12623800" y="5576787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59"/>
              <p:cNvCxnSpPr/>
              <p:nvPr/>
            </p:nvCxnSpPr>
            <p:spPr>
              <a:xfrm>
                <a:off x="12623800" y="5868198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59"/>
              <p:cNvCxnSpPr/>
              <p:nvPr/>
            </p:nvCxnSpPr>
            <p:spPr>
              <a:xfrm>
                <a:off x="12623800" y="6159600"/>
                <a:ext cx="11175900" cy="0"/>
              </a:xfrm>
              <a:prstGeom prst="straightConnector1">
                <a:avLst/>
              </a:prstGeom>
              <a:noFill/>
              <a:ln cap="flat" cmpd="sng" w="7150">
                <a:solidFill>
                  <a:srgbClr val="30C1D7">
                    <a:alpha val="40000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381" name="Google Shape;381;p59"/>
            <p:cNvGrpSpPr/>
            <p:nvPr/>
          </p:nvGrpSpPr>
          <p:grpSpPr>
            <a:xfrm>
              <a:off x="1277000" y="574982"/>
              <a:ext cx="9638000" cy="5233667"/>
              <a:chOff x="1277000" y="623550"/>
              <a:chExt cx="9638000" cy="5537100"/>
            </a:xfrm>
          </p:grpSpPr>
          <p:sp>
            <p:nvSpPr>
              <p:cNvPr id="382" name="Google Shape;382;p59"/>
              <p:cNvSpPr/>
              <p:nvPr/>
            </p:nvSpPr>
            <p:spPr>
              <a:xfrm>
                <a:off x="688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3" name="Google Shape;383;p59"/>
              <p:cNvSpPr/>
              <p:nvPr/>
            </p:nvSpPr>
            <p:spPr>
              <a:xfrm>
                <a:off x="875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4" name="Google Shape;384;p59"/>
              <p:cNvSpPr/>
              <p:nvPr/>
            </p:nvSpPr>
            <p:spPr>
              <a:xfrm>
                <a:off x="782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5" name="Google Shape;385;p59"/>
              <p:cNvSpPr/>
              <p:nvPr/>
            </p:nvSpPr>
            <p:spPr>
              <a:xfrm>
                <a:off x="969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6" name="Google Shape;386;p59"/>
              <p:cNvSpPr/>
              <p:nvPr/>
            </p:nvSpPr>
            <p:spPr>
              <a:xfrm>
                <a:off x="1062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7" name="Google Shape;387;p59"/>
              <p:cNvSpPr/>
              <p:nvPr/>
            </p:nvSpPr>
            <p:spPr>
              <a:xfrm>
                <a:off x="595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8" name="Google Shape;388;p59"/>
              <p:cNvSpPr/>
              <p:nvPr/>
            </p:nvSpPr>
            <p:spPr>
              <a:xfrm>
                <a:off x="127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89" name="Google Shape;389;p59"/>
              <p:cNvSpPr/>
              <p:nvPr/>
            </p:nvSpPr>
            <p:spPr>
              <a:xfrm>
                <a:off x="221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0" name="Google Shape;390;p59"/>
              <p:cNvSpPr/>
              <p:nvPr/>
            </p:nvSpPr>
            <p:spPr>
              <a:xfrm>
                <a:off x="314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1" name="Google Shape;391;p59"/>
              <p:cNvSpPr/>
              <p:nvPr/>
            </p:nvSpPr>
            <p:spPr>
              <a:xfrm>
                <a:off x="4082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2" name="Google Shape;392;p59"/>
              <p:cNvSpPr/>
              <p:nvPr/>
            </p:nvSpPr>
            <p:spPr>
              <a:xfrm>
                <a:off x="5017000" y="623550"/>
                <a:ext cx="288000" cy="5537100"/>
              </a:xfrm>
              <a:prstGeom prst="rect">
                <a:avLst/>
              </a:prstGeom>
              <a:solidFill>
                <a:schemeClr val="accent5">
                  <a:alpha val="149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393" name="Google Shape;393;p59"/>
            <p:cNvSpPr/>
            <p:nvPr/>
          </p:nvSpPr>
          <p:spPr>
            <a:xfrm>
              <a:off x="839789" y="5808535"/>
              <a:ext cx="10514100" cy="4155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p59"/>
            <p:cNvSpPr/>
            <p:nvPr/>
          </p:nvSpPr>
          <p:spPr>
            <a:xfrm>
              <a:off x="839789" y="1497600"/>
              <a:ext cx="10514100" cy="583200"/>
            </a:xfrm>
            <a:prstGeom prst="rect">
              <a:avLst/>
            </a:prstGeom>
            <a:solidFill>
              <a:schemeClr val="accent3">
                <a:alpha val="14900"/>
              </a:scheme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395" name="Google Shape;395;p59"/>
            <p:cNvGrpSpPr/>
            <p:nvPr/>
          </p:nvGrpSpPr>
          <p:grpSpPr>
            <a:xfrm>
              <a:off x="839815" y="5556364"/>
              <a:ext cx="10514549" cy="79500"/>
              <a:chOff x="629400" y="5975122"/>
              <a:chExt cx="10933294" cy="79500"/>
            </a:xfrm>
          </p:grpSpPr>
          <p:sp>
            <p:nvSpPr>
              <p:cNvPr id="396" name="Google Shape;396;p59"/>
              <p:cNvSpPr/>
              <p:nvPr/>
            </p:nvSpPr>
            <p:spPr>
              <a:xfrm>
                <a:off x="2880128" y="5975122"/>
                <a:ext cx="1930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7" name="Google Shape;397;p59"/>
              <p:cNvSpPr/>
              <p:nvPr/>
            </p:nvSpPr>
            <p:spPr>
              <a:xfrm>
                <a:off x="9626194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8" name="Google Shape;398;p59"/>
              <p:cNvSpPr/>
              <p:nvPr/>
            </p:nvSpPr>
            <p:spPr>
              <a:xfrm>
                <a:off x="7372407" y="5975122"/>
                <a:ext cx="19365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399" name="Google Shape;399;p59"/>
              <p:cNvSpPr/>
              <p:nvPr/>
            </p:nvSpPr>
            <p:spPr>
              <a:xfrm>
                <a:off x="5127797" y="5975122"/>
                <a:ext cx="1927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00" name="Google Shape;400;p59"/>
              <p:cNvSpPr/>
              <p:nvPr/>
            </p:nvSpPr>
            <p:spPr>
              <a:xfrm>
                <a:off x="629400" y="5975122"/>
                <a:ext cx="1933200" cy="79500"/>
              </a:xfrm>
              <a:prstGeom prst="rect">
                <a:avLst/>
              </a:prstGeom>
              <a:solidFill>
                <a:schemeClr val="accent5">
                  <a:alpha val="9800"/>
                </a:schemeClr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401" name="Google Shape;401;p59"/>
            <p:cNvSpPr/>
            <p:nvPr/>
          </p:nvSpPr>
          <p:spPr>
            <a:xfrm>
              <a:off x="839789" y="2081212"/>
              <a:ext cx="10522049" cy="3724168"/>
            </a:xfrm>
            <a:custGeom>
              <a:rect b="b" l="l" r="r" t="t"/>
              <a:pathLst>
                <a:path extrusionOk="0" h="5537797" w="10931999">
                  <a:moveTo>
                    <a:pt x="0" y="0"/>
                  </a:moveTo>
                  <a:lnTo>
                    <a:pt x="10931999" y="0"/>
                  </a:lnTo>
                  <a:lnTo>
                    <a:pt x="10931999" y="5537797"/>
                  </a:lnTo>
                  <a:lnTo>
                    <a:pt x="0" y="5537797"/>
                  </a:lnTo>
                  <a:close/>
                </a:path>
              </a:pathLst>
            </a:custGeom>
            <a:noFill/>
            <a:ln cap="flat" cmpd="sng" w="7150">
              <a:solidFill>
                <a:srgbClr val="E71C57">
                  <a:alpha val="349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2" name="Google Shape;402;p59"/>
            <p:cNvSpPr txBox="1"/>
            <p:nvPr/>
          </p:nvSpPr>
          <p:spPr>
            <a:xfrm>
              <a:off x="839789" y="5808535"/>
              <a:ext cx="10514100" cy="4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1. xxxx  2. xxxx  3. List footnotes in numerical order. Footnote numbers are not bracketed. Use 10pt font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Note: Do not put a period at the end of the note or the source</a:t>
              </a:r>
              <a:endParaRPr sz="1100"/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00"/>
                <a:buFont typeface="Century Gothic"/>
                <a:buNone/>
              </a:pPr>
              <a:r>
                <a:rPr b="0" i="0" lang="en-GB" sz="800" u="none" cap="none" strike="noStrike">
                  <a:solidFill>
                    <a:srgbClr val="7F7F7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Source: Include a source for every chart that you use. Separate sources with a semicolon; BCG-related sources go at the end</a:t>
              </a:r>
              <a:endParaRPr sz="1100"/>
            </a:p>
          </p:txBody>
        </p:sp>
      </p:grp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 Overview" showMasterSp="0">
  <p:cSld name="Agenda Section Header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0"/>
          <p:cNvSpPr/>
          <p:nvPr/>
        </p:nvSpPr>
        <p:spPr>
          <a:xfrm>
            <a:off x="1041109" y="3518390"/>
            <a:ext cx="697200" cy="7470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5" name="Google Shape;405;p60"/>
          <p:cNvSpPr/>
          <p:nvPr/>
        </p:nvSpPr>
        <p:spPr>
          <a:xfrm>
            <a:off x="1882112" y="3518390"/>
            <a:ext cx="1177500" cy="1101300"/>
          </a:xfrm>
          <a:prstGeom prst="rect">
            <a:avLst/>
          </a:prstGeom>
          <a:noFill/>
          <a:ln cap="flat" cmpd="sng" w="71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137150" lIns="137150" spcFirstLastPara="1" rIns="137150" wrap="square" tIns="1350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6" name="Google Shape;406;p60"/>
          <p:cNvSpPr txBox="1"/>
          <p:nvPr/>
        </p:nvSpPr>
        <p:spPr>
          <a:xfrm>
            <a:off x="472500" y="680399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7" name="Google Shape;407;p60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08" name="Google Shape;408;p60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Section Header" showMasterSp="0">
  <p:cSld name="Agenda Section Header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1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1" name="Google Shape;411;p61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2" name="Google Shape;412;p6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Full Width Overview" showMasterSp="0">
  <p:cSld name="Agenda Full Width Overview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15" name="Google Shape;415;p62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62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Two-Thirds" showMasterSp="0">
  <p:cSld name="Agenda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63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3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0" name="Google Shape;420;p63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21" name="Google Shape;421;p63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 Overview">
  <p:cSld name="Agenda D. Section Header Overview">
    <p:bg>
      <p:bgPr>
        <a:solidFill>
          <a:schemeClr val="lt2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4"/>
          <p:cNvSpPr/>
          <p:nvPr/>
        </p:nvSpPr>
        <p:spPr>
          <a:xfrm>
            <a:off x="1041109" y="3518390"/>
            <a:ext cx="6972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4" name="Google Shape;424;p64"/>
          <p:cNvSpPr/>
          <p:nvPr/>
        </p:nvSpPr>
        <p:spPr>
          <a:xfrm>
            <a:off x="1882112" y="3518390"/>
            <a:ext cx="1177500" cy="915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5" name="Google Shape;425;p64"/>
          <p:cNvSpPr txBox="1"/>
          <p:nvPr/>
        </p:nvSpPr>
        <p:spPr>
          <a:xfrm>
            <a:off x="472500" y="680398"/>
            <a:ext cx="2586600" cy="25854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459000" spcFirstLastPara="1" rIns="0" wrap="square" tIns="351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>
              <a:solidFill>
                <a:schemeClr val="accent4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6" name="Google Shape;426;p64"/>
          <p:cNvSpPr txBox="1"/>
          <p:nvPr/>
        </p:nvSpPr>
        <p:spPr>
          <a:xfrm>
            <a:off x="667754" y="836562"/>
            <a:ext cx="2195700" cy="12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1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Section Header">
  <p:cSld name="Agenda D. Section Header">
    <p:bg>
      <p:bgPr>
        <a:solidFill>
          <a:schemeClr val="lt2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5"/>
          <p:cNvSpPr/>
          <p:nvPr/>
        </p:nvSpPr>
        <p:spPr>
          <a:xfrm>
            <a:off x="963557" y="1071098"/>
            <a:ext cx="710700" cy="7107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9" name="Google Shape;429;p65"/>
          <p:cNvSpPr/>
          <p:nvPr/>
        </p:nvSpPr>
        <p:spPr>
          <a:xfrm>
            <a:off x="963900" y="2000700"/>
            <a:ext cx="7214400" cy="2400300"/>
          </a:xfrm>
          <a:prstGeom prst="rect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Full Width Overview">
  <p:cSld name="Agenda D. Full Width Overview">
    <p:bg>
      <p:bgPr>
        <a:solidFill>
          <a:schemeClr val="lt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/>
        </p:nvSpPr>
        <p:spPr>
          <a:xfrm>
            <a:off x="472500" y="467100"/>
            <a:ext cx="53925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Century Gothic"/>
              <a:buNone/>
            </a:pPr>
            <a:r>
              <a:rPr b="1" i="0" lang="en-GB" sz="2600" u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cxnSp>
        <p:nvCxnSpPr>
          <p:cNvPr id="432" name="Google Shape;432;p66"/>
          <p:cNvCxnSpPr/>
          <p:nvPr/>
        </p:nvCxnSpPr>
        <p:spPr>
          <a:xfrm>
            <a:off x="464174" y="904500"/>
            <a:ext cx="8682300" cy="0"/>
          </a:xfrm>
          <a:prstGeom prst="straightConnector1">
            <a:avLst/>
          </a:prstGeom>
          <a:noFill/>
          <a:ln cap="flat" cmpd="sng" w="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wo-Thirds" showMasterSp="0">
  <p:cSld name="Agenda D. Two-Third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67"/>
          <p:cNvPicPr preferRelativeResize="0"/>
          <p:nvPr/>
        </p:nvPicPr>
        <p:blipFill rotWithShape="1">
          <a:blip r:embed="rId2">
            <a:alphaModFix/>
          </a:blip>
          <a:srcRect b="27" l="29399" r="99" t="8740"/>
          <a:stretch/>
        </p:blipFill>
        <p:spPr>
          <a:xfrm flipH="1">
            <a:off x="2753301" y="0"/>
            <a:ext cx="31271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/>
          <p:nvPr/>
        </p:nvSpPr>
        <p:spPr>
          <a:xfrm>
            <a:off x="3060572" y="-982"/>
            <a:ext cx="6083400" cy="51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6" name="Google Shape;436;p67"/>
          <p:cNvSpPr txBox="1"/>
          <p:nvPr/>
        </p:nvSpPr>
        <p:spPr>
          <a:xfrm>
            <a:off x="629841" y="2405786"/>
            <a:ext cx="1383900" cy="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Agenda</a:t>
            </a:r>
            <a:endParaRPr sz="1100"/>
          </a:p>
        </p:txBody>
      </p:sp>
      <p:sp>
        <p:nvSpPr>
          <p:cNvPr id="437" name="Google Shape;437;p67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D. Table of Contents" showMasterSp="0">
  <p:cSld name="Agenda D. Table of Contents">
    <p:bg>
      <p:bgPr>
        <a:gradFill>
          <a:gsLst>
            <a:gs pos="0">
              <a:srgbClr val="FF5F2C"/>
            </a:gs>
            <a:gs pos="100000">
              <a:srgbClr val="E03600"/>
            </a:gs>
          </a:gsLst>
          <a:lin ang="8100019" scaled="0"/>
        </a:gra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0" name="Google Shape;440;p68"/>
          <p:cNvSpPr/>
          <p:nvPr/>
        </p:nvSpPr>
        <p:spPr>
          <a:xfrm>
            <a:off x="0" y="0"/>
            <a:ext cx="3066234" cy="5143500"/>
          </a:xfrm>
          <a:custGeom>
            <a:rect b="b" l="l" r="r" t="t"/>
            <a:pathLst>
              <a:path extrusionOk="0" h="6858000" w="4088312">
                <a:moveTo>
                  <a:pt x="0" y="0"/>
                </a:moveTo>
                <a:lnTo>
                  <a:pt x="3264933" y="0"/>
                </a:lnTo>
                <a:lnTo>
                  <a:pt x="4088312" y="3429000"/>
                </a:lnTo>
                <a:lnTo>
                  <a:pt x="32649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41" name="Google Shape;441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31478" y="2690061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42801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128720" y="3382962"/>
                </a:lnTo>
                <a:close/>
                <a:moveTo>
                  <a:pt x="0" y="0"/>
                </a:moveTo>
                <a:lnTo>
                  <a:pt x="929501" y="0"/>
                </a:lnTo>
                <a:lnTo>
                  <a:pt x="0" y="286039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442" name="Google Shape;442;p68"/>
          <p:cNvSpPr txBox="1"/>
          <p:nvPr/>
        </p:nvSpPr>
        <p:spPr>
          <a:xfrm>
            <a:off x="629842" y="2265032"/>
            <a:ext cx="1957200" cy="66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</a:pPr>
            <a:r>
              <a:rPr b="1" lang="en-GB"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Table of contents</a:t>
            </a:r>
            <a:endParaRPr sz="1100"/>
          </a:p>
        </p:txBody>
      </p:sp>
      <p:sp>
        <p:nvSpPr>
          <p:cNvPr id="443" name="Google Shape;443;p68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r>
              <a:rPr b="1" lang="en-GB" sz="6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1100"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 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9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6" name="Google Shape;446;p69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2023 by Boston Consulting Group. All rights reserved.</a:t>
            </a:r>
            <a:endParaRPr sz="500">
              <a:solidFill>
                <a:srgbClr val="00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7" name="Google Shape;447;p69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solidFill>
          <a:schemeClr val="lt2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0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0" name="Google Shape;450;p70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00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Copyright © 2018 by The Boston Consulting Group, Inc. All rights reserved.</a:t>
            </a:r>
            <a:endParaRPr sz="1100"/>
          </a:p>
        </p:txBody>
      </p:sp>
      <p:sp>
        <p:nvSpPr>
          <p:cNvPr id="451" name="Google Shape;451;p70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entury Gothic"/>
              <a:buNone/>
              <a:defRPr b="0" i="0" sz="2600" u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bg>
      <p:bgPr>
        <a:solidFill>
          <a:schemeClr val="lt2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5" name="Google Shape;455;p72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56" name="Google Shape;456;p72"/>
          <p:cNvSpPr txBox="1"/>
          <p:nvPr>
            <p:ph type="title"/>
          </p:nvPr>
        </p:nvSpPr>
        <p:spPr>
          <a:xfrm>
            <a:off x="472500" y="467100"/>
            <a:ext cx="81999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8BA73"/>
              </a:buClr>
              <a:buSzPts val="2600"/>
              <a:buFont typeface="Trebuchet MS"/>
              <a:buNone/>
              <a:defRPr b="0" i="0" sz="2600" u="none">
                <a:solidFill>
                  <a:srgbClr val="28BA73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1">
  <p:cSld name="D. Title Only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9" name="Google Shape;459;p73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rgbClr val="7F7F7F"/>
                </a:solidFill>
                <a:latin typeface="Trebuchet MS"/>
                <a:ea typeface="Trebuchet MS"/>
                <a:cs typeface="Trebuchet MS"/>
                <a:sym typeface="Trebuchet MS"/>
              </a:rPr>
              <a:t>Copyright © 2023 by Boston Consulting Group. All rights reserved.</a:t>
            </a:r>
            <a:endParaRPr sz="50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60" name="Google Shape;460;p73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Trebuchet MS"/>
              <a:buNone/>
              <a:defRPr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B">
  <p:cSld name="Cover 1B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3" name="Google Shape;463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48450" y="0"/>
            <a:ext cx="24955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1150" y="0"/>
            <a:ext cx="375285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4"/>
          <p:cNvSpPr txBox="1"/>
          <p:nvPr>
            <p:ph idx="12" type="sldNum"/>
          </p:nvPr>
        </p:nvSpPr>
        <p:spPr>
          <a:xfrm>
            <a:off x="394855" y="4502365"/>
            <a:ext cx="17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l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 March 2024</a:t>
            </a:r>
            <a:endParaRPr/>
          </a:p>
        </p:txBody>
      </p:sp>
      <p:sp>
        <p:nvSpPr>
          <p:cNvPr id="466" name="Google Shape;466;p74"/>
          <p:cNvSpPr txBox="1"/>
          <p:nvPr>
            <p:ph type="ctrTitle"/>
          </p:nvPr>
        </p:nvSpPr>
        <p:spPr>
          <a:xfrm>
            <a:off x="394855" y="476740"/>
            <a:ext cx="4985400" cy="38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pic>
        <p:nvPicPr>
          <p:cNvPr id="467" name="Google Shape;467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9032" y="359569"/>
            <a:ext cx="1534742" cy="711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Arrow half 1" showMasterSp="0">
  <p:cSld name="D. Arrow half_1">
    <p:bg>
      <p:bgPr>
        <a:solidFill>
          <a:schemeClr val="dk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5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5"/>
          <p:cNvSpPr txBox="1"/>
          <p:nvPr>
            <p:ph type="title"/>
          </p:nvPr>
        </p:nvSpPr>
        <p:spPr>
          <a:xfrm>
            <a:off x="472500" y="467100"/>
            <a:ext cx="3561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757"/>
              </a:buClr>
              <a:buSzPts val="3300"/>
              <a:buFont typeface="Calibri"/>
              <a:buNone/>
              <a:defRPr b="0" i="0" sz="3300" u="none" cap="none" strike="noStrike">
                <a:solidFill>
                  <a:srgbClr val="57575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71" name="Google Shape;471;p75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2" name="Google Shape;472;p75"/>
          <p:cNvSpPr txBox="1"/>
          <p:nvPr/>
        </p:nvSpPr>
        <p:spPr>
          <a:xfrm rot="-5400000">
            <a:off x="7112786" y="2943570"/>
            <a:ext cx="3850500" cy="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Copyright © 2023 by Boston Consulting Group. All rights reserved.</a:t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75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None/>
            </a:pPr>
            <a:fld id="{00000000-1234-1234-1234-123412341234}" type="slidenum">
              <a:rPr lang="en-GB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4" name="Google Shape;474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 2">
  <p:cSld name="D. Title Only_2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6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7" name="Google Shape;477;p76"/>
          <p:cNvSpPr txBox="1"/>
          <p:nvPr>
            <p:ph type="title"/>
          </p:nvPr>
        </p:nvSpPr>
        <p:spPr>
          <a:xfrm>
            <a:off x="472500" y="467100"/>
            <a:ext cx="82002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 D">
  <p:cSld name="Section divider D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480" name="Google Shape;480;p77"/>
          <p:cNvSpPr txBox="1"/>
          <p:nvPr>
            <p:ph idx="1" type="body"/>
          </p:nvPr>
        </p:nvSpPr>
        <p:spPr>
          <a:xfrm>
            <a:off x="403129" y="3832310"/>
            <a:ext cx="8337900" cy="9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1" name="Google Shape;481;p77"/>
          <p:cNvSpPr txBox="1"/>
          <p:nvPr>
            <p:ph type="ctrTitle"/>
          </p:nvPr>
        </p:nvSpPr>
        <p:spPr>
          <a:xfrm>
            <a:off x="403129" y="2971800"/>
            <a:ext cx="8337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82" name="Google Shape;482;p77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3" name="Google Shape;483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4588" y="0"/>
            <a:ext cx="2199407" cy="1610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19377" y="0"/>
            <a:ext cx="2424619" cy="1796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8619" y="197151"/>
            <a:ext cx="948815" cy="440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8"/>
          <p:cNvSpPr txBox="1"/>
          <p:nvPr/>
        </p:nvSpPr>
        <p:spPr>
          <a:xfrm>
            <a:off x="435895" y="4219575"/>
            <a:ext cx="8337900" cy="6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GPO Box 367 Canberra ACT 2601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Alan Woods Building, 25 Constitution Avenue, Canberra ACT 2600, Australia</a:t>
            </a:r>
            <a:endParaRPr sz="1100"/>
          </a:p>
          <a:p>
            <a:pPr indent="0" lvl="0" mar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0" i="0" lang="en-GB" sz="80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rPr>
              <a:t>T: 61 2 6268 4111   F: 61 2 6268 5693   ABN: 59 698 720 886</a:t>
            </a:r>
            <a:endParaRPr sz="1100"/>
          </a:p>
        </p:txBody>
      </p:sp>
      <p:sp>
        <p:nvSpPr>
          <p:cNvPr id="488" name="Google Shape;488;p78"/>
          <p:cNvSpPr txBox="1"/>
          <p:nvPr>
            <p:ph idx="1" type="body"/>
          </p:nvPr>
        </p:nvSpPr>
        <p:spPr>
          <a:xfrm>
            <a:off x="403129" y="1861457"/>
            <a:ext cx="8337900" cy="21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70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9" name="Google Shape;489;p78"/>
          <p:cNvSpPr txBox="1"/>
          <p:nvPr>
            <p:ph type="ctrTitle"/>
          </p:nvPr>
        </p:nvSpPr>
        <p:spPr>
          <a:xfrm>
            <a:off x="403129" y="1058266"/>
            <a:ext cx="83379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90" name="Google Shape;490;p78"/>
          <p:cNvSpPr txBox="1"/>
          <p:nvPr>
            <p:ph idx="12" type="sldNum"/>
          </p:nvPr>
        </p:nvSpPr>
        <p:spPr>
          <a:xfrm>
            <a:off x="8502848" y="4880087"/>
            <a:ext cx="378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hone 1">
  <p:cSld name="TITLE_AND_BODY_1_1_1_1_1_3">
    <p:bg>
      <p:bgPr>
        <a:solidFill>
          <a:srgbClr val="016B64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9"/>
          <p:cNvSpPr txBox="1"/>
          <p:nvPr>
            <p:ph idx="12" type="sldNum"/>
          </p:nvPr>
        </p:nvSpPr>
        <p:spPr>
          <a:xfrm>
            <a:off x="8935665" y="4908650"/>
            <a:ext cx="79500" cy="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93" name="Google Shape;493;p79"/>
          <p:cNvSpPr txBox="1"/>
          <p:nvPr>
            <p:ph type="title"/>
          </p:nvPr>
        </p:nvSpPr>
        <p:spPr>
          <a:xfrm>
            <a:off x="629841" y="2010827"/>
            <a:ext cx="2188500" cy="112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entury Gothic"/>
              <a:buNone/>
              <a:defRPr sz="2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4" name="Google Shape;494;p79"/>
          <p:cNvSpPr/>
          <p:nvPr/>
        </p:nvSpPr>
        <p:spPr>
          <a:xfrm>
            <a:off x="3096372" y="-382"/>
            <a:ext cx="6083400" cy="514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5" name="Google Shape;495;p79"/>
          <p:cNvSpPr txBox="1"/>
          <p:nvPr>
            <p:ph idx="10" type="dt"/>
          </p:nvPr>
        </p:nvSpPr>
        <p:spPr>
          <a:xfrm>
            <a:off x="4016206" y="4803775"/>
            <a:ext cx="44559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800"/>
              <a:buNone/>
              <a:defRPr sz="800">
                <a:solidFill>
                  <a:srgbClr val="79797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496" name="Google Shape;496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096" y="4677304"/>
            <a:ext cx="666577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_AND_TWO_COLUMNS_1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0"/>
          <p:cNvSpPr txBox="1"/>
          <p:nvPr>
            <p:ph type="title"/>
          </p:nvPr>
        </p:nvSpPr>
        <p:spPr>
          <a:xfrm>
            <a:off x="111600" y="136800"/>
            <a:ext cx="37440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9" name="Google Shape;499;p80"/>
          <p:cNvSpPr txBox="1"/>
          <p:nvPr>
            <p:ph idx="1" type="body"/>
          </p:nvPr>
        </p:nvSpPr>
        <p:spPr>
          <a:xfrm>
            <a:off x="111600" y="796200"/>
            <a:ext cx="8822100" cy="382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spcBef>
                <a:spcPts val="500"/>
              </a:spcBef>
              <a:spcAft>
                <a:spcPts val="0"/>
              </a:spcAft>
              <a:buSzPts val="900"/>
              <a:buChar char="​"/>
              <a:defRPr/>
            </a:lvl1pPr>
            <a:lvl2pPr indent="-285750" lvl="1" marL="914400">
              <a:spcBef>
                <a:spcPts val="200"/>
              </a:spcBef>
              <a:spcAft>
                <a:spcPts val="0"/>
              </a:spcAft>
              <a:buSzPts val="900"/>
              <a:buChar char="•"/>
              <a:defRPr/>
            </a:lvl2pPr>
            <a:lvl3pPr indent="-285750" lvl="2" marL="1371600">
              <a:spcBef>
                <a:spcPts val="1200"/>
              </a:spcBef>
              <a:spcAft>
                <a:spcPts val="0"/>
              </a:spcAft>
              <a:buSzPts val="900"/>
              <a:buChar char="–"/>
              <a:defRPr/>
            </a:lvl3pPr>
            <a:lvl4pPr indent="-304800" lvl="3" marL="18288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4pPr>
            <a:lvl5pPr indent="-304800" lvl="4" marL="2286000">
              <a:spcBef>
                <a:spcPts val="600"/>
              </a:spcBef>
              <a:spcAft>
                <a:spcPts val="0"/>
              </a:spcAft>
              <a:buSzPts val="1200"/>
              <a:buChar char="​"/>
              <a:defRPr/>
            </a:lvl5pPr>
            <a:lvl6pPr indent="-304800" lvl="5" marL="27432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6pPr>
            <a:lvl7pPr indent="-438150" lvl="6" marL="3200400">
              <a:spcBef>
                <a:spcPts val="700"/>
              </a:spcBef>
              <a:spcAft>
                <a:spcPts val="0"/>
              </a:spcAft>
              <a:buSzPts val="3300"/>
              <a:buChar char="​"/>
              <a:defRPr/>
            </a:lvl7pPr>
            <a:lvl8pPr indent="-488950" lvl="7" marL="3657600">
              <a:spcBef>
                <a:spcPts val="700"/>
              </a:spcBef>
              <a:spcAft>
                <a:spcPts val="0"/>
              </a:spcAft>
              <a:buSzPts val="4100"/>
              <a:buChar char="​"/>
              <a:defRPr/>
            </a:lvl8pPr>
            <a:lvl9pPr indent="-342900" lvl="8" marL="4114800">
              <a:spcBef>
                <a:spcPts val="0"/>
              </a:spcBef>
              <a:spcAft>
                <a:spcPts val="700"/>
              </a:spcAft>
              <a:buSzPts val="1800"/>
              <a:buChar char="​"/>
              <a:defRPr/>
            </a:lvl9pPr>
          </a:lstStyle>
          <a:p/>
        </p:txBody>
      </p:sp>
      <p:sp>
        <p:nvSpPr>
          <p:cNvPr id="500" name="Google Shape;500;p80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1" name="Google Shape;501;p80"/>
          <p:cNvSpPr txBox="1"/>
          <p:nvPr>
            <p:ph idx="2" type="subTitle"/>
          </p:nvPr>
        </p:nvSpPr>
        <p:spPr>
          <a:xfrm>
            <a:off x="111600" y="500400"/>
            <a:ext cx="24645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900"/>
              <a:buNone/>
              <a:defRPr b="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  <p:pic>
        <p:nvPicPr>
          <p:cNvPr id="502" name="Google Shape;50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9896" y="4677304"/>
            <a:ext cx="666578" cy="33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. Title Only">
  <p:cSld name="1_D. Title Only">
    <p:bg>
      <p:bgPr>
        <a:solidFill>
          <a:schemeClr val="lt2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5" name="Google Shape;505;p8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entury Gothic"/>
              <a:buNone/>
              <a:defRPr b="1" i="0" sz="2100" u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pic>
        <p:nvPicPr>
          <p:cNvPr id="506" name="Google Shape;506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045689"/>
            <a:ext cx="9144000" cy="119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931" y="4414787"/>
            <a:ext cx="900563" cy="695889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81"/>
          <p:cNvSpPr txBox="1"/>
          <p:nvPr>
            <p:ph idx="1" type="body"/>
          </p:nvPr>
        </p:nvSpPr>
        <p:spPr>
          <a:xfrm>
            <a:off x="629841" y="717805"/>
            <a:ext cx="71748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Char char="​"/>
              <a:defRPr sz="1100"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–"/>
              <a:defRPr/>
            </a:lvl3pPr>
            <a:lvl4pPr indent="-317500" lvl="3" marL="18288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400"/>
              <a:buChar char="​"/>
              <a:defRPr/>
            </a:lvl4pPr>
            <a:lvl5pPr indent="-3175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5pPr>
            <a:lvl6pPr indent="-317500" lvl="5" marL="27432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400"/>
              <a:buChar char="​"/>
              <a:defRPr/>
            </a:lvl7pPr>
            <a:lvl8pPr indent="-317500" lvl="7" marL="3657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FF5F2C"/>
              </a:buClr>
              <a:buSzPts val="1400"/>
              <a:buChar char="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FF5F2C"/>
              </a:buClr>
              <a:buSzPts val="1400"/>
              <a:buChar char="​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32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light">
  <p:cSld name="TITLE_1_2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2"/>
          <p:cNvSpPr/>
          <p:nvPr>
            <p:ph idx="2" type="pic"/>
          </p:nvPr>
        </p:nvSpPr>
        <p:spPr>
          <a:xfrm>
            <a:off x="1718575" y="261106"/>
            <a:ext cx="7425300" cy="48903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82"/>
          <p:cNvSpPr txBox="1"/>
          <p:nvPr>
            <p:ph type="ctrTitle"/>
          </p:nvPr>
        </p:nvSpPr>
        <p:spPr>
          <a:xfrm>
            <a:off x="482400" y="500400"/>
            <a:ext cx="3603600" cy="1040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2" name="Google Shape;512;p82"/>
          <p:cNvSpPr txBox="1"/>
          <p:nvPr>
            <p:ph idx="1" type="subTitle"/>
          </p:nvPr>
        </p:nvSpPr>
        <p:spPr>
          <a:xfrm>
            <a:off x="478800" y="3085200"/>
            <a:ext cx="1310400" cy="3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3" name="Google Shape;513;p82"/>
          <p:cNvSpPr txBox="1"/>
          <p:nvPr>
            <p:ph idx="12" type="sldNum"/>
          </p:nvPr>
        </p:nvSpPr>
        <p:spPr>
          <a:xfrm>
            <a:off x="8933578" y="4915925"/>
            <a:ext cx="66900" cy="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14" name="Google Shape;514;p82"/>
          <p:cNvSpPr txBox="1"/>
          <p:nvPr>
            <p:ph idx="3" type="subTitle"/>
          </p:nvPr>
        </p:nvSpPr>
        <p:spPr>
          <a:xfrm>
            <a:off x="478800" y="3495600"/>
            <a:ext cx="655200" cy="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50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2pPr>
            <a:lvl3pPr lvl="2">
              <a:spcBef>
                <a:spcPts val="200"/>
              </a:spcBef>
              <a:spcAft>
                <a:spcPts val="0"/>
              </a:spcAft>
              <a:buSzPts val="900"/>
              <a:buNone/>
              <a:defRPr/>
            </a:lvl3pPr>
            <a:lvl4pPr lvl="3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2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SzPts val="4100"/>
              <a:buNone/>
              <a:defRPr/>
            </a:lvl8pPr>
            <a:lvl9pPr lvl="8">
              <a:spcBef>
                <a:spcPts val="0"/>
              </a:spcBef>
              <a:spcAft>
                <a:spcPts val="7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rrow half" showMasterSp="0">
  <p:cSld name="Arrow half_2">
    <p:bg>
      <p:bgPr>
        <a:solidFill>
          <a:srgbClr val="016B64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3"/>
          <p:cNvSpPr txBox="1"/>
          <p:nvPr>
            <p:ph idx="10" type="dt"/>
          </p:nvPr>
        </p:nvSpPr>
        <p:spPr>
          <a:xfrm>
            <a:off x="7258050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7" name="Google Shape;517;p83"/>
          <p:cNvSpPr txBox="1"/>
          <p:nvPr/>
        </p:nvSpPr>
        <p:spPr>
          <a:xfrm>
            <a:off x="8375904" y="4803777"/>
            <a:ext cx="285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Trebuchet MS"/>
              <a:buNone/>
            </a:pPr>
            <a:fld id="{00000000-1234-1234-1234-123412341234}" type="slidenum">
              <a:rPr lang="en-GB" sz="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sz="8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8" name="Google Shape;518;p83"/>
          <p:cNvSpPr/>
          <p:nvPr/>
        </p:nvSpPr>
        <p:spPr>
          <a:xfrm>
            <a:off x="0" y="0"/>
            <a:ext cx="4772700" cy="5143500"/>
          </a:xfrm>
          <a:prstGeom prst="homePlate">
            <a:avLst>
              <a:gd fmla="val 12939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19" name="Google Shape;519;p83"/>
          <p:cNvSpPr txBox="1"/>
          <p:nvPr>
            <p:ph type="title"/>
          </p:nvPr>
        </p:nvSpPr>
        <p:spPr>
          <a:xfrm>
            <a:off x="472500" y="467100"/>
            <a:ext cx="3505200" cy="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2600"/>
              <a:buFont typeface="Trebuchet MS"/>
              <a:buNone/>
              <a:defRPr b="0" i="0" sz="2600" u="none">
                <a:solidFill>
                  <a:srgbClr val="016B6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6B64"/>
              </a:buClr>
              <a:buSzPts val="1100"/>
              <a:buNone/>
              <a:defRPr>
                <a:solidFill>
                  <a:srgbClr val="016B64"/>
                </a:solidFill>
              </a:defRPr>
            </a:lvl9pPr>
          </a:lstStyle>
          <a:p/>
        </p:txBody>
      </p:sp>
      <p:pic>
        <p:nvPicPr>
          <p:cNvPr id="520" name="Google Shape;520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355" y="2692205"/>
            <a:ext cx="1023938" cy="2537221"/>
          </a:xfrm>
          <a:custGeom>
            <a:rect b="b" l="l" r="r" t="t"/>
            <a:pathLst>
              <a:path extrusionOk="0" h="3382962" w="1365250">
                <a:moveTo>
                  <a:pt x="920598" y="0"/>
                </a:moveTo>
                <a:lnTo>
                  <a:pt x="1365250" y="0"/>
                </a:lnTo>
                <a:lnTo>
                  <a:pt x="1365250" y="3382962"/>
                </a:lnTo>
                <a:lnTo>
                  <a:pt x="0" y="3382962"/>
                </a:lnTo>
                <a:lnTo>
                  <a:pt x="0" y="3320782"/>
                </a:lnTo>
                <a:lnTo>
                  <a:pt x="126694" y="3320782"/>
                </a:lnTo>
                <a:close/>
                <a:moveTo>
                  <a:pt x="0" y="0"/>
                </a:moveTo>
                <a:lnTo>
                  <a:pt x="908172" y="0"/>
                </a:lnTo>
                <a:lnTo>
                  <a:pt x="0" y="2890357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83" Type="http://schemas.openxmlformats.org/officeDocument/2006/relationships/theme" Target="../theme/theme2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31.xml"/><Relationship Id="rId75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30.xml"/><Relationship Id="rId74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33.xml"/><Relationship Id="rId77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32.xml"/><Relationship Id="rId76" Type="http://schemas.openxmlformats.org/officeDocument/2006/relationships/slideLayout" Target="../slideLayouts/slideLayout76.xml"/><Relationship Id="rId35" Type="http://schemas.openxmlformats.org/officeDocument/2006/relationships/slideLayout" Target="../slideLayouts/slideLayout35.xml"/><Relationship Id="rId79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34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20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22.xml"/><Relationship Id="rId66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21.xml"/><Relationship Id="rId65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24.xml"/><Relationship Id="rId68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23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69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0" type="dt"/>
          </p:nvPr>
        </p:nvSpPr>
        <p:spPr>
          <a:xfrm>
            <a:off x="4016828" y="4803777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0D425C"/>
              </a:buClr>
              <a:buSzPts val="1100"/>
              <a:buFont typeface="Inter Tight Light"/>
              <a:buNone/>
              <a:defRPr i="0" sz="800" u="none" cap="none" strike="noStrike">
                <a:solidFill>
                  <a:srgbClr val="0D425C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i="0" sz="1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629842" y="4498307"/>
            <a:ext cx="1350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"/>
              <a:buFont typeface="Century Gothic"/>
              <a:buNone/>
            </a:pPr>
            <a:fld id="{00000000-1234-1234-1234-123412341234}" type="slidenum"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‹#›</a:t>
            </a:fld>
            <a:r>
              <a:rPr b="1" i="0" lang="en-GB" sz="6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sz="1100">
              <a:solidFill>
                <a:srgbClr val="0D425C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9841" y="431231"/>
            <a:ext cx="71748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Inter Tight"/>
              <a:buNone/>
              <a:defRPr b="1" i="0" sz="21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Inter Tight"/>
              <a:buNone/>
              <a:defRPr sz="1400"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9842" y="1560909"/>
            <a:ext cx="7885500" cy="27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Inter Tight Light"/>
              <a:buChar char="​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1pPr>
            <a:lvl2pPr indent="-285750" lvl="1" marL="9144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•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900"/>
              <a:buFont typeface="Inter Tight Light"/>
              <a:buChar char="–"/>
              <a:defRPr i="0" sz="9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3pPr>
            <a:lvl4pPr indent="-304800" lvl="3" marL="1828800" marR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Tight"/>
              <a:buChar char="​"/>
              <a:defRPr b="1" i="0" sz="12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5pPr>
            <a:lvl6pPr indent="-304800" lvl="5" marL="2743200" marR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D425C"/>
              </a:buClr>
              <a:buSzPts val="1200"/>
              <a:buFont typeface="Inter Tight Light"/>
              <a:buChar char="•"/>
              <a:defRPr i="0" sz="1200" u="none" cap="none" strike="noStrike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defRPr>
            </a:lvl6pPr>
            <a:lvl7pPr indent="-438150" lvl="6" marL="32004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Inter Tight"/>
              <a:buChar char="​"/>
              <a:defRPr b="1" i="0" sz="33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7pPr>
            <a:lvl8pPr indent="-488950" lvl="7" marL="36576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rgbClr val="0D425C"/>
              </a:buClr>
              <a:buSzPts val="4100"/>
              <a:buFont typeface="Inter Tight"/>
              <a:buChar char="​"/>
              <a:defRPr b="1" i="0" sz="41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0D425C"/>
              </a:buClr>
              <a:buSzPts val="1800"/>
              <a:buFont typeface="Inter Tight"/>
              <a:buChar char="​"/>
              <a:defRPr b="1" i="0" sz="18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983">
          <p15:clr>
            <a:srgbClr val="F26B43"/>
          </p15:clr>
        </p15:guide>
        <p15:guide id="2" pos="396">
          <p15:clr>
            <a:srgbClr val="F26B43"/>
          </p15:clr>
        </p15:guide>
        <p15:guide id="3" pos="5359">
          <p15:clr>
            <a:srgbClr val="F26B43"/>
          </p15:clr>
        </p15:guide>
        <p15:guide id="4" orient="horz" pos="27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4"/>
          <p:cNvSpPr/>
          <p:nvPr/>
        </p:nvSpPr>
        <p:spPr>
          <a:xfrm>
            <a:off x="1700784" y="924475"/>
            <a:ext cx="2298300" cy="219600"/>
          </a:xfrm>
          <a:prstGeom prst="roundRect">
            <a:avLst>
              <a:gd fmla="val 12500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84"/>
          <p:cNvSpPr/>
          <p:nvPr/>
        </p:nvSpPr>
        <p:spPr>
          <a:xfrm>
            <a:off x="1700784" y="924475"/>
            <a:ext cx="2298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Tight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Week 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4"/>
          <p:cNvSpPr/>
          <p:nvPr/>
        </p:nvSpPr>
        <p:spPr>
          <a:xfrm>
            <a:off x="4044696" y="924475"/>
            <a:ext cx="2298300" cy="219600"/>
          </a:xfrm>
          <a:prstGeom prst="roundRect">
            <a:avLst>
              <a:gd fmla="val 12500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84"/>
          <p:cNvSpPr/>
          <p:nvPr/>
        </p:nvSpPr>
        <p:spPr>
          <a:xfrm>
            <a:off x="4044696" y="924475"/>
            <a:ext cx="2298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Tight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Week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84"/>
          <p:cNvSpPr/>
          <p:nvPr/>
        </p:nvSpPr>
        <p:spPr>
          <a:xfrm>
            <a:off x="6388608" y="924475"/>
            <a:ext cx="2298300" cy="219600"/>
          </a:xfrm>
          <a:prstGeom prst="roundRect">
            <a:avLst>
              <a:gd fmla="val 12500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84"/>
          <p:cNvSpPr/>
          <p:nvPr/>
        </p:nvSpPr>
        <p:spPr>
          <a:xfrm>
            <a:off x="6388608" y="924475"/>
            <a:ext cx="2298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Tight"/>
              <a:buNone/>
            </a:pPr>
            <a:r>
              <a:rPr b="1" i="0" lang="en-GB" sz="80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Week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84"/>
          <p:cNvSpPr/>
          <p:nvPr/>
        </p:nvSpPr>
        <p:spPr>
          <a:xfrm>
            <a:off x="457200" y="1418251"/>
            <a:ext cx="1188600" cy="567000"/>
          </a:xfrm>
          <a:prstGeom prst="roundRect">
            <a:avLst>
              <a:gd fmla="val 4839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84"/>
          <p:cNvSpPr/>
          <p:nvPr/>
        </p:nvSpPr>
        <p:spPr>
          <a:xfrm>
            <a:off x="457200" y="1418251"/>
            <a:ext cx="1188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Lyka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lang="en-GB" sz="750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E</a:t>
            </a: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ngagement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4"/>
          <p:cNvSpPr/>
          <p:nvPr/>
        </p:nvSpPr>
        <p:spPr>
          <a:xfrm>
            <a:off x="1700784" y="1418251"/>
            <a:ext cx="2298300" cy="5670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84"/>
          <p:cNvSpPr/>
          <p:nvPr/>
        </p:nvSpPr>
        <p:spPr>
          <a:xfrm>
            <a:off x="1755648" y="1445683"/>
            <a:ext cx="2188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1:1s with Mary </a:t>
            </a:r>
            <a:r>
              <a:rPr lang="en-GB" sz="65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and People Team </a:t>
            </a: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to understand People Ops pain points, current AI adoption, and priorities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Align on engagement scope and People team focus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84"/>
          <p:cNvSpPr/>
          <p:nvPr/>
        </p:nvSpPr>
        <p:spPr>
          <a:xfrm>
            <a:off x="4044696" y="1418251"/>
            <a:ext cx="2298300" cy="5670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84"/>
          <p:cNvSpPr/>
          <p:nvPr/>
        </p:nvSpPr>
        <p:spPr>
          <a:xfrm>
            <a:off x="4099560" y="1445683"/>
            <a:ext cx="2188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Playback key themes from assessment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Present gap analysis: current state vs. AI best practice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Align on automation priorities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84"/>
          <p:cNvSpPr/>
          <p:nvPr/>
        </p:nvSpPr>
        <p:spPr>
          <a:xfrm>
            <a:off x="6388608" y="1418251"/>
            <a:ext cx="2298300" cy="5670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84"/>
          <p:cNvSpPr/>
          <p:nvPr/>
        </p:nvSpPr>
        <p:spPr>
          <a:xfrm>
            <a:off x="6443472" y="1445683"/>
            <a:ext cx="2188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Present final recommendations and automation roadmap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Agree implementation next steps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Hand over all materials and training plan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84"/>
          <p:cNvSpPr/>
          <p:nvPr/>
        </p:nvSpPr>
        <p:spPr>
          <a:xfrm>
            <a:off x="457200" y="2079638"/>
            <a:ext cx="1188600" cy="658500"/>
          </a:xfrm>
          <a:prstGeom prst="roundRect">
            <a:avLst>
              <a:gd fmla="val 4167" name="adj"/>
            </a:avLst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84"/>
          <p:cNvSpPr/>
          <p:nvPr/>
        </p:nvSpPr>
        <p:spPr>
          <a:xfrm>
            <a:off x="457200" y="2079638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AI Workshops &amp;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Capability Building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84"/>
          <p:cNvSpPr/>
          <p:nvPr/>
        </p:nvSpPr>
        <p:spPr>
          <a:xfrm>
            <a:off x="1700784" y="2079638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84"/>
          <p:cNvSpPr/>
          <p:nvPr/>
        </p:nvSpPr>
        <p:spPr>
          <a:xfrm>
            <a:off x="1755648" y="2107070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Collect pre-work: team members submit real workflow pain points and use cases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AI tool orientation session: Copilot, </a:t>
            </a:r>
            <a:r>
              <a:rPr lang="en-GB" sz="65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Notion AI, etc.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84"/>
          <p:cNvSpPr/>
          <p:nvPr/>
        </p:nvSpPr>
        <p:spPr>
          <a:xfrm>
            <a:off x="4044696" y="2079638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84"/>
          <p:cNvSpPr/>
          <p:nvPr/>
        </p:nvSpPr>
        <p:spPr>
          <a:xfrm>
            <a:off x="4099560" y="2107070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Hands-on workshop: team members bring use cases and build live automations with support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Facilitate use case pipeline development across People Ops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84"/>
          <p:cNvSpPr/>
          <p:nvPr/>
        </p:nvSpPr>
        <p:spPr>
          <a:xfrm>
            <a:off x="6388608" y="2079638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84"/>
          <p:cNvSpPr/>
          <p:nvPr/>
        </p:nvSpPr>
        <p:spPr>
          <a:xfrm>
            <a:off x="6443472" y="2107070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Continuation of </a:t>
            </a:r>
            <a:r>
              <a:rPr lang="en-GB" sz="65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last workshop session with showcase: </a:t>
            </a: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team members present what they've built; peer feedback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Ensure self-serve capability for ongoing automation work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84"/>
          <p:cNvSpPr/>
          <p:nvPr/>
        </p:nvSpPr>
        <p:spPr>
          <a:xfrm>
            <a:off x="457200" y="2774582"/>
            <a:ext cx="1188600" cy="658500"/>
          </a:xfrm>
          <a:prstGeom prst="roundRect">
            <a:avLst>
              <a:gd fmla="val 4167" name="adj"/>
            </a:avLst>
          </a:prstGeom>
          <a:solidFill>
            <a:srgbClr val="B8AD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84"/>
          <p:cNvSpPr/>
          <p:nvPr/>
        </p:nvSpPr>
        <p:spPr>
          <a:xfrm>
            <a:off x="457200" y="2774582"/>
            <a:ext cx="1188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AI Automations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Inter Tight"/>
              <a:buNone/>
            </a:pPr>
            <a:r>
              <a:rPr b="1" i="0" lang="en-GB" sz="750" u="none" cap="none" strike="noStrike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rPr>
              <a:t>Assessment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84"/>
          <p:cNvSpPr/>
          <p:nvPr/>
        </p:nvSpPr>
        <p:spPr>
          <a:xfrm>
            <a:off x="1700784" y="2774582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84"/>
          <p:cNvSpPr/>
          <p:nvPr/>
        </p:nvSpPr>
        <p:spPr>
          <a:xfrm>
            <a:off x="1755648" y="2802014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Audit People Ops tech stack: Rippling, Notion, Slack, Zapier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Interview People team on manual processes: onboarding docs, trigger comms, HR reporting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Research AI-enabled alternatives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84"/>
          <p:cNvSpPr/>
          <p:nvPr/>
        </p:nvSpPr>
        <p:spPr>
          <a:xfrm>
            <a:off x="4044696" y="2774582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84"/>
          <p:cNvSpPr/>
          <p:nvPr/>
        </p:nvSpPr>
        <p:spPr>
          <a:xfrm>
            <a:off x="4099560" y="2802014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Prioritisation workshop: rank opportunities by impact and effort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Deep-dive into top workflows: letter generation, visa tracking, gift cards, reminders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Map processes in </a:t>
            </a:r>
            <a:r>
              <a:rPr lang="en-GB" sz="65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Miro / Figjam</a:t>
            </a:r>
            <a:r>
              <a:rPr baseline="30000" lang="en-GB" sz="650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1</a:t>
            </a:r>
            <a:endParaRPr b="0" baseline="3000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84"/>
          <p:cNvSpPr/>
          <p:nvPr/>
        </p:nvSpPr>
        <p:spPr>
          <a:xfrm>
            <a:off x="6388608" y="2774582"/>
            <a:ext cx="2298300" cy="658500"/>
          </a:xfrm>
          <a:prstGeom prst="rect">
            <a:avLst/>
          </a:prstGeom>
          <a:solidFill>
            <a:srgbClr val="F9F9F7"/>
          </a:solidFill>
          <a:ln cap="flat" cmpd="sng" w="9525">
            <a:solidFill>
              <a:srgbClr val="E8E8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84"/>
          <p:cNvSpPr/>
          <p:nvPr/>
        </p:nvSpPr>
        <p:spPr>
          <a:xfrm>
            <a:off x="6443472" y="2802014"/>
            <a:ext cx="2188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Complete ROI calculations for each automation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Deliver prioritised automation roadmap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650"/>
              <a:buFont typeface="Inter Tight"/>
              <a:buNone/>
            </a:pPr>
            <a:r>
              <a:rPr b="0" i="0" lang="en-GB" sz="650" u="none" cap="none" strike="noStrike">
                <a:solidFill>
                  <a:srgbClr val="3A3A3A"/>
                </a:solidFill>
                <a:latin typeface="Inter Tight"/>
                <a:ea typeface="Inter Tight"/>
                <a:cs typeface="Inter Tight"/>
                <a:sym typeface="Inter Tight"/>
              </a:rPr>
              <a:t>• Produce implementation plan for People Ops quick wins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84"/>
          <p:cNvSpPr/>
          <p:nvPr/>
        </p:nvSpPr>
        <p:spPr>
          <a:xfrm>
            <a:off x="1700784" y="3524449"/>
            <a:ext cx="2298300" cy="475500"/>
          </a:xfrm>
          <a:prstGeom prst="rect">
            <a:avLst/>
          </a:prstGeom>
          <a:solidFill>
            <a:srgbClr val="E0F0EE"/>
          </a:solidFill>
          <a:ln cap="flat" cmpd="sng" w="9525">
            <a:solidFill>
              <a:srgbClr val="ADC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84"/>
          <p:cNvSpPr/>
          <p:nvPr/>
        </p:nvSpPr>
        <p:spPr>
          <a:xfrm>
            <a:off x="1755648" y="3551881"/>
            <a:ext cx="2188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Current-state People Ops tool map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AI alternatives shortlist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Stakeholder alignment on priorities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Pre-work use cases collected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84"/>
          <p:cNvSpPr/>
          <p:nvPr/>
        </p:nvSpPr>
        <p:spPr>
          <a:xfrm>
            <a:off x="4044696" y="3524449"/>
            <a:ext cx="2298300" cy="475500"/>
          </a:xfrm>
          <a:prstGeom prst="rect">
            <a:avLst/>
          </a:prstGeom>
          <a:solidFill>
            <a:srgbClr val="E0F0EE"/>
          </a:solidFill>
          <a:ln cap="flat" cmpd="sng" w="9525">
            <a:solidFill>
              <a:srgbClr val="ADC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4"/>
          <p:cNvSpPr/>
          <p:nvPr/>
        </p:nvSpPr>
        <p:spPr>
          <a:xfrm>
            <a:off x="4099560" y="3551881"/>
            <a:ext cx="2188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Prioritised automation opportunities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Process maps for top workflows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Workshop outputs: live automations built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Use case pipeline for People team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84"/>
          <p:cNvSpPr/>
          <p:nvPr/>
        </p:nvSpPr>
        <p:spPr>
          <a:xfrm>
            <a:off x="6388608" y="3524449"/>
            <a:ext cx="2298300" cy="475500"/>
          </a:xfrm>
          <a:prstGeom prst="rect">
            <a:avLst/>
          </a:prstGeom>
          <a:solidFill>
            <a:srgbClr val="E0F0EE"/>
          </a:solidFill>
          <a:ln cap="flat" cmpd="sng" w="9525">
            <a:solidFill>
              <a:srgbClr val="ADCF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84"/>
          <p:cNvSpPr/>
          <p:nvPr/>
        </p:nvSpPr>
        <p:spPr>
          <a:xfrm>
            <a:off x="6443472" y="3551881"/>
            <a:ext cx="21885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Automation roadmap with ROI benchmarks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Implementation plan for quick wins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Trained team with self-sufficiency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72E45"/>
              </a:buClr>
              <a:buSzPts val="650"/>
              <a:buFont typeface="Inter Tight"/>
              <a:buNone/>
            </a:pPr>
            <a:r>
              <a:rPr b="1" i="0" lang="en-GB" sz="650" u="none" cap="none" strike="noStrike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✓ Showcase of team-built automations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84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518C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3" name="Google Shape;563;p84"/>
          <p:cNvCxnSpPr/>
          <p:nvPr/>
        </p:nvCxnSpPr>
        <p:spPr>
          <a:xfrm>
            <a:off x="493225" y="2028583"/>
            <a:ext cx="8193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84"/>
          <p:cNvCxnSpPr/>
          <p:nvPr/>
        </p:nvCxnSpPr>
        <p:spPr>
          <a:xfrm>
            <a:off x="493225" y="3476383"/>
            <a:ext cx="81933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5" name="Google Shape;565;p84"/>
          <p:cNvSpPr/>
          <p:nvPr/>
        </p:nvSpPr>
        <p:spPr>
          <a:xfrm>
            <a:off x="457200" y="3524449"/>
            <a:ext cx="1188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Inter Tight"/>
              <a:buNone/>
            </a:pPr>
            <a:r>
              <a:rPr b="1" i="0" lang="en-GB" sz="800" u="none" cap="none" strike="noStrike">
                <a:solidFill>
                  <a:srgbClr val="0D425C"/>
                </a:solidFill>
                <a:latin typeface="Inter Tight"/>
                <a:ea typeface="Inter Tight"/>
                <a:cs typeface="Inter Tight"/>
                <a:sym typeface="Inter Tight"/>
              </a:rPr>
              <a:t>Deliverables</a:t>
            </a:r>
            <a:endParaRPr b="0" i="0" sz="800" u="none" cap="none" strike="noStrike">
              <a:solidFill>
                <a:srgbClr val="0D4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6" name="Google Shape;566;p84"/>
          <p:cNvGrpSpPr/>
          <p:nvPr/>
        </p:nvGrpSpPr>
        <p:grpSpPr>
          <a:xfrm>
            <a:off x="1700780" y="1175758"/>
            <a:ext cx="6986107" cy="201300"/>
            <a:chOff x="457200" y="3523517"/>
            <a:chExt cx="8229600" cy="201300"/>
          </a:xfrm>
        </p:grpSpPr>
        <p:sp>
          <p:nvSpPr>
            <p:cNvPr id="567" name="Google Shape;567;p84"/>
            <p:cNvSpPr/>
            <p:nvPr/>
          </p:nvSpPr>
          <p:spPr>
            <a:xfrm>
              <a:off x="457200" y="3523517"/>
              <a:ext cx="8229600" cy="201300"/>
            </a:xfrm>
            <a:prstGeom prst="roundRect">
              <a:avLst>
                <a:gd fmla="val 13636" name="adj"/>
              </a:avLst>
            </a:prstGeom>
            <a:solidFill>
              <a:srgbClr val="F0F7F5"/>
            </a:solidFill>
            <a:ln cap="flat" cmpd="sng" w="9525">
              <a:solidFill>
                <a:srgbClr val="ADCFC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84"/>
            <p:cNvSpPr/>
            <p:nvPr/>
          </p:nvSpPr>
          <p:spPr>
            <a:xfrm>
              <a:off x="457200" y="3523517"/>
              <a:ext cx="82296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72E45"/>
                </a:buClr>
                <a:buSzPts val="700"/>
                <a:buFont typeface="Inter Tight"/>
                <a:buNone/>
              </a:pPr>
              <a:r>
                <a:rPr b="0" i="0" lang="en-GB" sz="700" u="none" cap="none" strike="noStrike">
                  <a:solidFill>
                    <a:srgbClr val="072E45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Ongoing stakeholder engagement and upskilling of Lyka People team through co-development of all deliverables</a:t>
              </a:r>
              <a:endParaRPr b="0" i="0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9" name="Google Shape;569;p84"/>
          <p:cNvSpPr/>
          <p:nvPr/>
        </p:nvSpPr>
        <p:spPr>
          <a:xfrm>
            <a:off x="769625" y="4650962"/>
            <a:ext cx="8229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1. Tool preference dependent on Lyka team</a:t>
            </a:r>
            <a:endParaRPr sz="800">
              <a:solidFill>
                <a:srgbClr val="B8AD90"/>
              </a:solidFill>
              <a:latin typeface="Inter Tight"/>
              <a:ea typeface="Inter Tight"/>
              <a:cs typeface="Inter Tight"/>
              <a:sym typeface="Inter T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800">
                <a:solidFill>
                  <a:srgbClr val="B8AD90"/>
                </a:solidFill>
                <a:latin typeface="Inter Tight"/>
                <a:ea typeface="Inter Tight"/>
                <a:cs typeface="Inter Tight"/>
                <a:sym typeface="Inter Tight"/>
              </a:rPr>
              <a:t>Source: Turing Works engagement hypothesis  |  Indicative timing; to be confirmed with Lyka leadership</a:t>
            </a:r>
            <a:endParaRPr i="1" sz="800">
              <a:solidFill>
                <a:srgbClr val="B8AD90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70" name="Google Shape;570;p84"/>
          <p:cNvSpPr/>
          <p:nvPr/>
        </p:nvSpPr>
        <p:spPr>
          <a:xfrm>
            <a:off x="4332179" y="693685"/>
            <a:ext cx="4340400" cy="175200"/>
          </a:xfrm>
          <a:prstGeom prst="rect">
            <a:avLst/>
          </a:prstGeom>
          <a:solidFill>
            <a:srgbClr val="BBD6EE"/>
          </a:solidFill>
          <a:ln>
            <a:noFill/>
          </a:ln>
        </p:spPr>
        <p:txBody>
          <a:bodyPr anchorCtr="1" anchor="ctr" bIns="0" lIns="0" spcFirstLastPara="1" rIns="0" wrap="square" tIns="0">
            <a:noAutofit/>
          </a:bodyPr>
          <a:lstStyle/>
          <a:p>
            <a:pPr indent="0" lvl="0" marL="0" marR="35999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00">
                <a:solidFill>
                  <a:srgbClr val="0D425C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 view  </a:t>
            </a:r>
            <a:endParaRPr sz="1100">
              <a:solidFill>
                <a:srgbClr val="0D425C"/>
              </a:solidFill>
            </a:endParaRPr>
          </a:p>
        </p:txBody>
      </p:sp>
      <p:sp>
        <p:nvSpPr>
          <p:cNvPr id="571" name="Google Shape;571;p84"/>
          <p:cNvSpPr/>
          <p:nvPr/>
        </p:nvSpPr>
        <p:spPr>
          <a:xfrm rot="-5400000">
            <a:off x="8337239" y="-16209"/>
            <a:ext cx="790800" cy="823200"/>
          </a:xfrm>
          <a:prstGeom prst="triangle">
            <a:avLst>
              <a:gd fmla="val 100000" name="adj"/>
            </a:avLst>
          </a:prstGeom>
          <a:solidFill>
            <a:srgbClr val="072E4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72" name="Google Shape;572;p84"/>
          <p:cNvSpPr/>
          <p:nvPr/>
        </p:nvSpPr>
        <p:spPr>
          <a:xfrm>
            <a:off x="8767908" y="99658"/>
            <a:ext cx="274200" cy="274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573" name="Google Shape;573;p84"/>
          <p:cNvSpPr/>
          <p:nvPr/>
        </p:nvSpPr>
        <p:spPr>
          <a:xfrm>
            <a:off x="457200" y="201168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18C94"/>
              </a:buClr>
              <a:buSzPts val="1600"/>
              <a:buFont typeface="Inter Tight"/>
              <a:buNone/>
            </a:pPr>
            <a:r>
              <a:rPr b="1" lang="en-GB" sz="1600">
                <a:solidFill>
                  <a:srgbClr val="518C94"/>
                </a:solidFill>
                <a:latin typeface="Inter Tight"/>
                <a:ea typeface="Inter Tight"/>
                <a:cs typeface="Inter Tight"/>
                <a:sym typeface="Inter Tight"/>
              </a:rPr>
              <a:t>Workplan</a:t>
            </a:r>
            <a:r>
              <a:rPr lang="en-GB" sz="1600">
                <a:solidFill>
                  <a:srgbClr val="E8E8E4"/>
                </a:solidFill>
                <a:latin typeface="Inter Tight"/>
                <a:ea typeface="Inter Tight"/>
                <a:cs typeface="Inter Tight"/>
                <a:sym typeface="Inter Tight"/>
              </a:rPr>
              <a:t>  |  </a:t>
            </a:r>
            <a:r>
              <a:rPr lang="en-GB" sz="1600">
                <a:solidFill>
                  <a:srgbClr val="072E45"/>
                </a:solidFill>
                <a:latin typeface="Inter Tight"/>
                <a:ea typeface="Inter Tight"/>
                <a:cs typeface="Inter Tight"/>
                <a:sym typeface="Inter Tight"/>
              </a:rPr>
              <a:t>Move quickly from mapping to hands-on workshops, with a bias to action to deliver tangible value from Week 1</a:t>
            </a:r>
            <a:endParaRPr b="1" sz="1600">
              <a:solidFill>
                <a:srgbClr val="518C94"/>
              </a:solidFill>
              <a:latin typeface="Inter Tight"/>
              <a:ea typeface="Inter Tight"/>
              <a:cs typeface="Inter Tight"/>
              <a:sym typeface="Inter Tight"/>
            </a:endParaRPr>
          </a:p>
        </p:txBody>
      </p:sp>
      <p:sp>
        <p:nvSpPr>
          <p:cNvPr id="574" name="Google Shape;574;p84"/>
          <p:cNvSpPr/>
          <p:nvPr/>
        </p:nvSpPr>
        <p:spPr>
          <a:xfrm>
            <a:off x="3107600" y="-10700"/>
            <a:ext cx="2471700" cy="183000"/>
          </a:xfrm>
          <a:prstGeom prst="rect">
            <a:avLst/>
          </a:prstGeom>
          <a:solidFill>
            <a:srgbClr val="BBD6E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72E45"/>
                </a:solidFill>
                <a:latin typeface="Inter Tight Light"/>
                <a:ea typeface="Inter Tight Light"/>
                <a:cs typeface="Inter Tight Light"/>
                <a:sym typeface="Inter Tight Light"/>
              </a:rPr>
              <a:t>To discuss</a:t>
            </a:r>
            <a:endParaRPr sz="1200">
              <a:solidFill>
                <a:srgbClr val="072E45"/>
              </a:solidFill>
              <a:latin typeface="Inter Tight Light"/>
              <a:ea typeface="Inter Tight Light"/>
              <a:cs typeface="Inter Tight Light"/>
              <a:sym typeface="Inter Tigh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uring Works 16:9 - 21039">
  <a:themeElements>
    <a:clrScheme name="Theme Color">
      <a:dk1>
        <a:srgbClr val="000000"/>
      </a:dk1>
      <a:lt1>
        <a:srgbClr val="FEFFFF"/>
      </a:lt1>
      <a:dk2>
        <a:srgbClr val="F2F2F2"/>
      </a:dk2>
      <a:lt2>
        <a:srgbClr val="FFFFFF"/>
      </a:lt2>
      <a:accent1>
        <a:srgbClr val="FF5F2C"/>
      </a:accent1>
      <a:accent2>
        <a:srgbClr val="A30051"/>
      </a:accent2>
      <a:accent3>
        <a:srgbClr val="FF3019"/>
      </a:accent3>
      <a:accent4>
        <a:srgbClr val="FF9933"/>
      </a:accent4>
      <a:accent5>
        <a:srgbClr val="FDBA12"/>
      </a:accent5>
      <a:accent6>
        <a:srgbClr val="276EF1"/>
      </a:accent6>
      <a:hlink>
        <a:srgbClr val="FF5F2C"/>
      </a:hlink>
      <a:folHlink>
        <a:srgbClr val="A3005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