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1" r:id="rId4"/>
    <p:sldMasterId id="2147483742" r:id="rId5"/>
  </p:sldMasterIdLst>
  <p:notesMasterIdLst>
    <p:notesMasterId r:id="rId6"/>
  </p:notesMasterIdLst>
  <p:sldIdLst>
    <p:sldId id="256" r:id="rId7"/>
    <p:sldId id="257" r:id="rId8"/>
    <p:sldId id="258" r:id="rId9"/>
    <p:sldId id="259" r:id="rId10"/>
  </p:sldIdLst>
  <p:sldSz cy="5143500" cx="9144000"/>
  <p:notesSz cx="6858000" cy="9144000"/>
  <p:embeddedFontLst>
    <p:embeddedFont>
      <p:font typeface="Inter Tight Light"/>
      <p:regular r:id="rId11"/>
      <p:bold r:id="rId12"/>
      <p:italic r:id="rId13"/>
      <p:boldItalic r:id="rId14"/>
    </p:embeddedFont>
    <p:embeddedFont>
      <p:font typeface="Inter Tight"/>
      <p:regular r:id="rId15"/>
      <p:bold r:id="rId16"/>
      <p:italic r:id="rId17"/>
      <p:boldItalic r:id="rId18"/>
    </p:embeddedFont>
    <p:embeddedFont>
      <p:font typeface="Inter Tight ExtraLight"/>
      <p:regular r:id="rId19"/>
      <p:bold r:id="rId20"/>
      <p:italic r:id="rId21"/>
      <p:boldItalic r:id="rId22"/>
    </p:embeddedFont>
    <p:embeddedFont>
      <p:font typeface="Century Gothic"/>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20" Type="http://schemas.openxmlformats.org/officeDocument/2006/relationships/font" Target="fonts/InterTightExtraLight-bold.fntdata"/><Relationship Id="rId22" Type="http://schemas.openxmlformats.org/officeDocument/2006/relationships/font" Target="fonts/InterTightExtraLight-boldItalic.fntdata"/><Relationship Id="rId21" Type="http://schemas.openxmlformats.org/officeDocument/2006/relationships/font" Target="fonts/InterTightExtraLight-italic.fntdata"/><Relationship Id="rId24" Type="http://schemas.openxmlformats.org/officeDocument/2006/relationships/font" Target="fonts/CenturyGothic-bold.fntdata"/><Relationship Id="rId23" Type="http://schemas.openxmlformats.org/officeDocument/2006/relationships/font" Target="fonts/CenturyGothic-regular.fntdata"/><Relationship Id="rId26" Type="http://schemas.openxmlformats.org/officeDocument/2006/relationships/font" Target="fonts/CenturyGothic-boldItalic.fntdata"/><Relationship Id="rId25" Type="http://schemas.openxmlformats.org/officeDocument/2006/relationships/font" Target="fonts/CenturyGothic-italic.fntdata"/><Relationship Id="rId11" Type="http://schemas.openxmlformats.org/officeDocument/2006/relationships/font" Target="fonts/InterTightLight-regular.fntdata"/><Relationship Id="rId10" Type="http://schemas.openxmlformats.org/officeDocument/2006/relationships/slide" Target="slides/slide4.xml"/><Relationship Id="rId13" Type="http://schemas.openxmlformats.org/officeDocument/2006/relationships/font" Target="fonts/InterTightLight-italic.fntdata"/><Relationship Id="rId12" Type="http://schemas.openxmlformats.org/officeDocument/2006/relationships/font" Target="fonts/InterTightLight-bold.fntdata"/><Relationship Id="rId15" Type="http://schemas.openxmlformats.org/officeDocument/2006/relationships/font" Target="fonts/InterTight-regular.fntdata"/><Relationship Id="rId14" Type="http://schemas.openxmlformats.org/officeDocument/2006/relationships/font" Target="fonts/InterTightLight-boldItalic.fntdata"/><Relationship Id="rId17" Type="http://schemas.openxmlformats.org/officeDocument/2006/relationships/font" Target="fonts/InterTight-italic.fntdata"/><Relationship Id="rId16" Type="http://schemas.openxmlformats.org/officeDocument/2006/relationships/font" Target="fonts/InterTight-bold.fntdata"/><Relationship Id="rId19" Type="http://schemas.openxmlformats.org/officeDocument/2006/relationships/font" Target="fonts/InterTightExtraLight-regular.fntdata"/><Relationship Id="rId18" Type="http://schemas.openxmlformats.org/officeDocument/2006/relationships/font" Target="fonts/InterT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d643613451_0_5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8" name="Google Shape;568;g3d643613451_0_556: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g3d643613451_0_556: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d643613451_0_11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g3d643613451_0_111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g3d643613451_0_111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d643613451_0_165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g3d643613451_0_1651: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634" name="Google Shape;634;g3d643613451_0_1651: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GB"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d643613451_0_213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g3d643613451_0_213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g3d643613451_0_213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3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13.png"/><Relationship Id="rId4" Type="http://schemas.openxmlformats.org/officeDocument/2006/relationships/image" Target="../media/image2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14.png"/><Relationship Id="rId4" Type="http://schemas.openxmlformats.org/officeDocument/2006/relationships/image" Target="../media/image28.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6.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20.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OOH-#3COVER SLIDE">
  <p:cSld name="REOOH-#3COVER SLIDE">
    <p:bg>
      <p:bgPr>
        <a:blipFill>
          <a:blip r:embed="rId2">
            <a:alphaModFix/>
          </a:blip>
          <a:stretch>
            <a:fillRect/>
          </a:stretch>
        </a:blipFill>
      </p:bgPr>
    </p:bg>
    <p:spTree>
      <p:nvGrpSpPr>
        <p:cNvPr id="55" name="Shape 55"/>
        <p:cNvGrpSpPr/>
        <p:nvPr/>
      </p:nvGrpSpPr>
      <p:grpSpPr>
        <a:xfrm>
          <a:off x="0" y="0"/>
          <a:ext cx="0" cy="0"/>
          <a:chOff x="0" y="0"/>
          <a:chExt cx="0" cy="0"/>
        </a:xfrm>
      </p:grpSpPr>
      <p:pic>
        <p:nvPicPr>
          <p:cNvPr id="56" name="Google Shape;56;p14" title="turing-works-white.png"/>
          <p:cNvPicPr preferRelativeResize="0"/>
          <p:nvPr/>
        </p:nvPicPr>
        <p:blipFill>
          <a:blip r:embed="rId3">
            <a:alphaModFix/>
          </a:blip>
          <a:stretch>
            <a:fillRect/>
          </a:stretch>
        </p:blipFill>
        <p:spPr>
          <a:xfrm>
            <a:off x="1719675" y="1893575"/>
            <a:ext cx="5704651" cy="991375"/>
          </a:xfrm>
          <a:prstGeom prst="rect">
            <a:avLst/>
          </a:prstGeom>
          <a:noFill/>
          <a:ln>
            <a:noFill/>
          </a:ln>
        </p:spPr>
      </p:pic>
      <p:pic>
        <p:nvPicPr>
          <p:cNvPr id="57" name="Google Shape;57;p14" title="tw_white_transparent.png"/>
          <p:cNvPicPr preferRelativeResize="0"/>
          <p:nvPr/>
        </p:nvPicPr>
        <p:blipFill rotWithShape="1">
          <a:blip r:embed="rId4">
            <a:alphaModFix/>
          </a:blip>
          <a:srcRect b="0" l="0" r="0" t="0"/>
          <a:stretch/>
        </p:blipFill>
        <p:spPr>
          <a:xfrm>
            <a:off x="8005875" y="4148700"/>
            <a:ext cx="724524" cy="3894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OOH-#3COVER SLIDE 1">
  <p:cSld name="REOOH-#3COVER SLIDE_1">
    <p:bg>
      <p:bgPr>
        <a:solidFill>
          <a:srgbClr val="072E46"/>
        </a:solidFill>
      </p:bgPr>
    </p:bg>
    <p:spTree>
      <p:nvGrpSpPr>
        <p:cNvPr id="58" name="Shape 58"/>
        <p:cNvGrpSpPr/>
        <p:nvPr/>
      </p:nvGrpSpPr>
      <p:grpSpPr>
        <a:xfrm>
          <a:off x="0" y="0"/>
          <a:ext cx="0" cy="0"/>
          <a:chOff x="0" y="0"/>
          <a:chExt cx="0" cy="0"/>
        </a:xfrm>
      </p:grpSpPr>
      <p:pic>
        <p:nvPicPr>
          <p:cNvPr id="59" name="Google Shape;59;p15" title="turing-works-white.png"/>
          <p:cNvPicPr preferRelativeResize="0"/>
          <p:nvPr/>
        </p:nvPicPr>
        <p:blipFill>
          <a:blip r:embed="rId2">
            <a:alphaModFix/>
          </a:blip>
          <a:stretch>
            <a:fillRect/>
          </a:stretch>
        </p:blipFill>
        <p:spPr>
          <a:xfrm>
            <a:off x="1719675" y="1893575"/>
            <a:ext cx="5704651" cy="991375"/>
          </a:xfrm>
          <a:prstGeom prst="rect">
            <a:avLst/>
          </a:prstGeom>
          <a:noFill/>
          <a:ln>
            <a:noFill/>
          </a:ln>
        </p:spPr>
      </p:pic>
      <p:pic>
        <p:nvPicPr>
          <p:cNvPr id="60" name="Google Shape;60;p15" title="tw_white_transparent.png"/>
          <p:cNvPicPr preferRelativeResize="0"/>
          <p:nvPr/>
        </p:nvPicPr>
        <p:blipFill rotWithShape="1">
          <a:blip r:embed="rId3">
            <a:alphaModFix/>
          </a:blip>
          <a:srcRect b="0" l="0" r="0" t="0"/>
          <a:stretch/>
        </p:blipFill>
        <p:spPr>
          <a:xfrm>
            <a:off x="8005875" y="4148700"/>
            <a:ext cx="724524" cy="3894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one third" showMasterSp="0">
  <p:cSld name="D. Green one third">
    <p:bg>
      <p:bgPr>
        <a:solidFill>
          <a:srgbClr val="0D425C"/>
        </a:solidFill>
      </p:bgPr>
    </p:bg>
    <p:spTree>
      <p:nvGrpSpPr>
        <p:cNvPr id="61" name="Shape 61"/>
        <p:cNvGrpSpPr/>
        <p:nvPr/>
      </p:nvGrpSpPr>
      <p:grpSpPr>
        <a:xfrm>
          <a:off x="0" y="0"/>
          <a:ext cx="0" cy="0"/>
          <a:chOff x="0" y="0"/>
          <a:chExt cx="0" cy="0"/>
        </a:xfrm>
      </p:grpSpPr>
      <p:pic>
        <p:nvPicPr>
          <p:cNvPr id="62" name="Google Shape;62;p16"/>
          <p:cNvPicPr preferRelativeResize="0"/>
          <p:nvPr/>
        </p:nvPicPr>
        <p:blipFill rotWithShape="1">
          <a:blip r:embed="rId2">
            <a:alphaModFix/>
          </a:blip>
          <a:srcRect b="27" l="29399" r="99" t="8740"/>
          <a:stretch/>
        </p:blipFill>
        <p:spPr>
          <a:xfrm flipH="1">
            <a:off x="2753301" y="0"/>
            <a:ext cx="312713" cy="5143500"/>
          </a:xfrm>
          <a:prstGeom prst="rect">
            <a:avLst/>
          </a:prstGeom>
          <a:noFill/>
          <a:ln>
            <a:noFill/>
          </a:ln>
        </p:spPr>
      </p:pic>
      <p:sp>
        <p:nvSpPr>
          <p:cNvPr id="63" name="Google Shape;63;p16"/>
          <p:cNvSpPr txBox="1"/>
          <p:nvPr>
            <p:ph type="title"/>
          </p:nvPr>
        </p:nvSpPr>
        <p:spPr>
          <a:xfrm>
            <a:off x="629841" y="2010827"/>
            <a:ext cx="2188500" cy="112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2100"/>
              <a:buNone/>
              <a:defRPr sz="21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6"/>
          <p:cNvSpPr/>
          <p:nvPr/>
        </p:nvSpPr>
        <p:spPr>
          <a:xfrm>
            <a:off x="3060572" y="-982"/>
            <a:ext cx="6083400" cy="5144400"/>
          </a:xfrm>
          <a:prstGeom prst="rect">
            <a:avLst/>
          </a:prstGeom>
          <a:solidFill>
            <a:schemeClr val="l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65" name="Google Shape;65;p16"/>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6"/>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Four column green" showMasterSp="0">
  <p:cSld name="D. Four column green">
    <p:bg>
      <p:bgPr>
        <a:solidFill>
          <a:srgbClr val="0D425C"/>
        </a:solidFill>
      </p:bgPr>
    </p:bg>
    <p:spTree>
      <p:nvGrpSpPr>
        <p:cNvPr id="67" name="Shape 67"/>
        <p:cNvGrpSpPr/>
        <p:nvPr/>
      </p:nvGrpSpPr>
      <p:grpSpPr>
        <a:xfrm>
          <a:off x="0" y="0"/>
          <a:ext cx="0" cy="0"/>
          <a:chOff x="0" y="0"/>
          <a:chExt cx="0" cy="0"/>
        </a:xfrm>
      </p:grpSpPr>
      <p:pic>
        <p:nvPicPr>
          <p:cNvPr id="68" name="Google Shape;68;p17"/>
          <p:cNvPicPr preferRelativeResize="0"/>
          <p:nvPr/>
        </p:nvPicPr>
        <p:blipFill rotWithShape="1">
          <a:blip r:embed="rId2">
            <a:alphaModFix/>
          </a:blip>
          <a:srcRect b="27" l="29399" r="99" t="8740"/>
          <a:stretch/>
        </p:blipFill>
        <p:spPr>
          <a:xfrm flipH="1" rot="10800000">
            <a:off x="6771935" y="0"/>
            <a:ext cx="312713" cy="5143500"/>
          </a:xfrm>
          <a:prstGeom prst="rect">
            <a:avLst/>
          </a:prstGeom>
          <a:noFill/>
          <a:ln>
            <a:noFill/>
          </a:ln>
        </p:spPr>
      </p:pic>
      <p:sp>
        <p:nvSpPr>
          <p:cNvPr id="69" name="Google Shape;69;p17"/>
          <p:cNvSpPr/>
          <p:nvPr/>
        </p:nvSpPr>
        <p:spPr>
          <a:xfrm>
            <a:off x="0" y="0"/>
            <a:ext cx="6775800" cy="5143500"/>
          </a:xfrm>
          <a:prstGeom prst="rect">
            <a:avLst/>
          </a:prstGeom>
          <a:solidFill>
            <a:schemeClr val="l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70" name="Google Shape;70;p17"/>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7"/>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rgbClr val="0D425C"/>
                </a:solidFill>
                <a:latin typeface="Inter Tight"/>
                <a:ea typeface="Inter Tight"/>
                <a:cs typeface="Inter Tight"/>
                <a:sym typeface="Inter Tight"/>
              </a:rPr>
              <a:t>‹#›</a:t>
            </a:fld>
            <a:r>
              <a:rPr b="1" lang="en-GB" sz="600">
                <a:solidFill>
                  <a:srgbClr val="0D425C"/>
                </a:solidFill>
                <a:latin typeface="Inter Tight"/>
                <a:ea typeface="Inter Tight"/>
                <a:cs typeface="Inter Tight"/>
                <a:sym typeface="Inter Tight"/>
              </a:rPr>
              <a:t>.</a:t>
            </a:r>
            <a:endParaRPr sz="1100">
              <a:solidFill>
                <a:srgbClr val="0D425C"/>
              </a:solidFill>
              <a:latin typeface="Inter Tight"/>
              <a:ea typeface="Inter Tight"/>
              <a:cs typeface="Inter Tight"/>
              <a:sym typeface="Inter Tight"/>
            </a:endParaRPr>
          </a:p>
        </p:txBody>
      </p:sp>
      <p:sp>
        <p:nvSpPr>
          <p:cNvPr id="72" name="Google Shape;72;p17"/>
          <p:cNvSpPr txBox="1"/>
          <p:nvPr>
            <p:ph type="title"/>
          </p:nvPr>
        </p:nvSpPr>
        <p:spPr>
          <a:xfrm>
            <a:off x="629842" y="431231"/>
            <a:ext cx="59190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Century Gothic"/>
              <a:buNone/>
              <a:defRPr b="1" i="0" sz="2100" u="none">
                <a:solidFill>
                  <a:schemeClr val="dk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3" name="Google Shape;73;p17"/>
          <p:cNvSpPr txBox="1"/>
          <p:nvPr>
            <p:ph idx="1" type="body"/>
          </p:nvPr>
        </p:nvSpPr>
        <p:spPr>
          <a:xfrm>
            <a:off x="629842" y="717805"/>
            <a:ext cx="5919000" cy="218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800"/>
              </a:spcBef>
              <a:spcAft>
                <a:spcPts val="0"/>
              </a:spcAft>
              <a:buClr>
                <a:schemeClr val="dk1"/>
              </a:buClr>
              <a:buSzPts val="1100"/>
              <a:buChar char="​"/>
              <a:defRPr sz="1100">
                <a:solidFill>
                  <a:schemeClr val="dk1"/>
                </a:solidFill>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itle Only">
  <p:cSld name="D. Title Only">
    <p:bg>
      <p:bgPr>
        <a:solidFill>
          <a:schemeClr val="lt2"/>
        </a:solidFill>
      </p:bgPr>
    </p:bg>
    <p:spTree>
      <p:nvGrpSpPr>
        <p:cNvPr id="74" name="Shape 74"/>
        <p:cNvGrpSpPr/>
        <p:nvPr/>
      </p:nvGrpSpPr>
      <p:grpSpPr>
        <a:xfrm>
          <a:off x="0" y="0"/>
          <a:ext cx="0" cy="0"/>
          <a:chOff x="0" y="0"/>
          <a:chExt cx="0" cy="0"/>
        </a:xfrm>
      </p:grpSpPr>
      <p:sp>
        <p:nvSpPr>
          <p:cNvPr id="75" name="Google Shape;75;p18"/>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2pPr>
            <a:lvl3pPr lvl="2"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3pPr>
            <a:lvl4pPr lvl="3"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4pPr>
            <a:lvl5pPr lvl="4"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5pPr>
            <a:lvl6pPr lvl="5"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6pPr>
            <a:lvl7pPr lvl="6"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7pPr>
            <a:lvl8pPr lvl="7"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8pPr>
            <a:lvl9pPr lvl="8"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9pPr>
          </a:lstStyle>
          <a:p/>
        </p:txBody>
      </p:sp>
      <p:sp>
        <p:nvSpPr>
          <p:cNvPr id="76" name="Google Shape;76;p18"/>
          <p:cNvSpPr txBox="1"/>
          <p:nvPr>
            <p:ph type="title"/>
          </p:nvPr>
        </p:nvSpPr>
        <p:spPr>
          <a:xfrm>
            <a:off x="629841" y="431231"/>
            <a:ext cx="71748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Century Gothic"/>
              <a:buNone/>
              <a:defRPr b="1" i="0" sz="2100" u="none">
                <a:solidFill>
                  <a:schemeClr val="dk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77" name="Google Shape;77;p18" title="brand_line.png"/>
          <p:cNvPicPr preferRelativeResize="0"/>
          <p:nvPr/>
        </p:nvPicPr>
        <p:blipFill rotWithShape="1">
          <a:blip r:embed="rId2">
            <a:alphaModFix/>
          </a:blip>
          <a:srcRect b="22906" l="0" r="0" t="22906"/>
          <a:stretch/>
        </p:blipFill>
        <p:spPr>
          <a:xfrm>
            <a:off x="-16426" y="5045700"/>
            <a:ext cx="9165048" cy="119000"/>
          </a:xfrm>
          <a:prstGeom prst="rect">
            <a:avLst/>
          </a:prstGeom>
          <a:noFill/>
          <a:ln>
            <a:noFill/>
          </a:ln>
        </p:spPr>
      </p:pic>
      <p:pic>
        <p:nvPicPr>
          <p:cNvPr id="78" name="Google Shape;78;p18" title="tw-square.png"/>
          <p:cNvPicPr preferRelativeResize="0"/>
          <p:nvPr/>
        </p:nvPicPr>
        <p:blipFill rotWithShape="1">
          <a:blip r:embed="rId3">
            <a:alphaModFix/>
          </a:blip>
          <a:srcRect b="11359" l="0" r="9066" t="11367"/>
          <a:stretch/>
        </p:blipFill>
        <p:spPr>
          <a:xfrm>
            <a:off x="8564750" y="4534725"/>
            <a:ext cx="579251" cy="492201"/>
          </a:xfrm>
          <a:prstGeom prst="rect">
            <a:avLst/>
          </a:prstGeom>
          <a:noFill/>
          <a:ln>
            <a:noFill/>
          </a:ln>
        </p:spPr>
      </p:pic>
      <p:sp>
        <p:nvSpPr>
          <p:cNvPr id="79" name="Google Shape;79;p18"/>
          <p:cNvSpPr txBox="1"/>
          <p:nvPr>
            <p:ph idx="1" type="body"/>
          </p:nvPr>
        </p:nvSpPr>
        <p:spPr>
          <a:xfrm>
            <a:off x="629841" y="717805"/>
            <a:ext cx="7174800" cy="218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800"/>
              </a:spcBef>
              <a:spcAft>
                <a:spcPts val="0"/>
              </a:spcAft>
              <a:buClr>
                <a:schemeClr val="dk1"/>
              </a:buClr>
              <a:buSzPts val="1100"/>
              <a:buChar char="​"/>
              <a:defRPr sz="1100">
                <a:solidFill>
                  <a:schemeClr val="dk1"/>
                </a:solidFill>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32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one third" showMasterSp="0">
  <p:cSld name="Green one third">
    <p:bg>
      <p:bgPr>
        <a:solidFill>
          <a:srgbClr val="0D425C"/>
        </a:solidFill>
      </p:bgPr>
    </p:bg>
    <p:spTree>
      <p:nvGrpSpPr>
        <p:cNvPr id="80" name="Shape 80"/>
        <p:cNvGrpSpPr/>
        <p:nvPr/>
      </p:nvGrpSpPr>
      <p:grpSpPr>
        <a:xfrm>
          <a:off x="0" y="0"/>
          <a:ext cx="0" cy="0"/>
          <a:chOff x="0" y="0"/>
          <a:chExt cx="0" cy="0"/>
        </a:xfrm>
      </p:grpSpPr>
      <p:pic>
        <p:nvPicPr>
          <p:cNvPr id="81" name="Google Shape;81;p19"/>
          <p:cNvPicPr preferRelativeResize="0"/>
          <p:nvPr/>
        </p:nvPicPr>
        <p:blipFill rotWithShape="1">
          <a:blip r:embed="rId2">
            <a:alphaModFix/>
          </a:blip>
          <a:srcRect b="27" l="29399" r="99" t="8740"/>
          <a:stretch/>
        </p:blipFill>
        <p:spPr>
          <a:xfrm flipH="1">
            <a:off x="2753301" y="0"/>
            <a:ext cx="312713" cy="5143500"/>
          </a:xfrm>
          <a:prstGeom prst="rect">
            <a:avLst/>
          </a:prstGeom>
          <a:noFill/>
          <a:ln>
            <a:noFill/>
          </a:ln>
        </p:spPr>
      </p:pic>
      <p:sp>
        <p:nvSpPr>
          <p:cNvPr id="82" name="Google Shape;82;p19"/>
          <p:cNvSpPr txBox="1"/>
          <p:nvPr>
            <p:ph type="title"/>
          </p:nvPr>
        </p:nvSpPr>
        <p:spPr>
          <a:xfrm>
            <a:off x="629842" y="2010827"/>
            <a:ext cx="2188500" cy="112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2100"/>
              <a:buNone/>
              <a:defRPr sz="2100">
                <a:solidFill>
                  <a:schemeClr val="lt1"/>
                </a:solidFill>
              </a:defRPr>
            </a:lvl1pPr>
            <a:lvl2pPr lvl="1">
              <a:spcBef>
                <a:spcPts val="0"/>
              </a:spcBef>
              <a:spcAft>
                <a:spcPts val="0"/>
              </a:spcAft>
              <a:buSzPts val="1100"/>
              <a:buNone/>
              <a:defRPr b="1"/>
            </a:lvl2pPr>
            <a:lvl3pPr lvl="2">
              <a:spcBef>
                <a:spcPts val="0"/>
              </a:spcBef>
              <a:spcAft>
                <a:spcPts val="0"/>
              </a:spcAft>
              <a:buSzPts val="1100"/>
              <a:buNone/>
              <a:defRPr b="1"/>
            </a:lvl3pPr>
            <a:lvl4pPr lvl="3">
              <a:spcBef>
                <a:spcPts val="0"/>
              </a:spcBef>
              <a:spcAft>
                <a:spcPts val="0"/>
              </a:spcAft>
              <a:buSzPts val="1100"/>
              <a:buNone/>
              <a:defRPr b="1"/>
            </a:lvl4pPr>
            <a:lvl5pPr lvl="4">
              <a:spcBef>
                <a:spcPts val="0"/>
              </a:spcBef>
              <a:spcAft>
                <a:spcPts val="0"/>
              </a:spcAft>
              <a:buSzPts val="1100"/>
              <a:buNone/>
              <a:defRPr b="1"/>
            </a:lvl5pPr>
            <a:lvl6pPr lvl="5">
              <a:spcBef>
                <a:spcPts val="0"/>
              </a:spcBef>
              <a:spcAft>
                <a:spcPts val="0"/>
              </a:spcAft>
              <a:buSzPts val="1100"/>
              <a:buNone/>
              <a:defRPr b="1"/>
            </a:lvl6pPr>
            <a:lvl7pPr lvl="6">
              <a:spcBef>
                <a:spcPts val="0"/>
              </a:spcBef>
              <a:spcAft>
                <a:spcPts val="0"/>
              </a:spcAft>
              <a:buSzPts val="1100"/>
              <a:buNone/>
              <a:defRPr b="1"/>
            </a:lvl7pPr>
            <a:lvl8pPr lvl="7">
              <a:spcBef>
                <a:spcPts val="0"/>
              </a:spcBef>
              <a:spcAft>
                <a:spcPts val="0"/>
              </a:spcAft>
              <a:buSzPts val="1100"/>
              <a:buNone/>
              <a:defRPr b="1"/>
            </a:lvl8pPr>
            <a:lvl9pPr lvl="8">
              <a:spcBef>
                <a:spcPts val="0"/>
              </a:spcBef>
              <a:spcAft>
                <a:spcPts val="0"/>
              </a:spcAft>
              <a:buSzPts val="1100"/>
              <a:buNone/>
              <a:defRPr b="1"/>
            </a:lvl9pPr>
          </a:lstStyle>
          <a:p/>
        </p:txBody>
      </p:sp>
      <p:sp>
        <p:nvSpPr>
          <p:cNvPr id="83" name="Google Shape;83;p19"/>
          <p:cNvSpPr/>
          <p:nvPr/>
        </p:nvSpPr>
        <p:spPr>
          <a:xfrm>
            <a:off x="3060572" y="-982"/>
            <a:ext cx="6083400" cy="5144400"/>
          </a:xfrm>
          <a:prstGeom prst="rect">
            <a:avLst/>
          </a:prstGeom>
          <a:solidFill>
            <a:schemeClr val="dk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84" name="Google Shape;84;p19"/>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9"/>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6" name="Shape 86"/>
        <p:cNvGrpSpPr/>
        <p:nvPr/>
      </p:nvGrpSpPr>
      <p:grpSpPr>
        <a:xfrm>
          <a:off x="0" y="0"/>
          <a:ext cx="0" cy="0"/>
          <a:chOff x="0" y="0"/>
          <a:chExt cx="0" cy="0"/>
        </a:xfrm>
      </p:grpSpPr>
      <p:sp>
        <p:nvSpPr>
          <p:cNvPr id="87" name="Google Shape;87;p20"/>
          <p:cNvSpPr txBox="1"/>
          <p:nvPr>
            <p:ph type="title"/>
          </p:nvPr>
        </p:nvSpPr>
        <p:spPr>
          <a:xfrm>
            <a:off x="629841" y="431231"/>
            <a:ext cx="71748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20"/>
          <p:cNvSpPr txBox="1"/>
          <p:nvPr>
            <p:ph idx="1" type="body"/>
          </p:nvPr>
        </p:nvSpPr>
        <p:spPr>
          <a:xfrm>
            <a:off x="629842" y="1560909"/>
            <a:ext cx="7885500" cy="2795400"/>
          </a:xfrm>
          <a:prstGeom prst="rect">
            <a:avLst/>
          </a:prstGeom>
          <a:noFill/>
          <a:ln>
            <a:noFill/>
          </a:ln>
        </p:spPr>
        <p:txBody>
          <a:bodyPr anchorCtr="0" anchor="t" bIns="0" lIns="0" spcFirstLastPara="1" rIns="0" wrap="square" tIns="0">
            <a:noAutofit/>
          </a:bodyPr>
          <a:lstStyle>
            <a:lvl1pPr indent="-317500" lvl="0" marL="457200" algn="l">
              <a:lnSpc>
                <a:spcPct val="110000"/>
              </a:lnSpc>
              <a:spcBef>
                <a:spcPts val="500"/>
              </a:spcBef>
              <a:spcAft>
                <a:spcPts val="0"/>
              </a:spcAft>
              <a:buClr>
                <a:schemeClr val="dk1"/>
              </a:buClr>
              <a:buSzPts val="1400"/>
              <a:buChar char="​"/>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
        <p:nvSpPr>
          <p:cNvPr id="89" name="Google Shape;89;p20"/>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solidFill>
          <a:srgbClr val="F2F2F2"/>
        </a:solidFill>
      </p:bgPr>
    </p:bg>
    <p:spTree>
      <p:nvGrpSpPr>
        <p:cNvPr id="90" name="Shape 90"/>
        <p:cNvGrpSpPr/>
        <p:nvPr/>
      </p:nvGrpSpPr>
      <p:grpSpPr>
        <a:xfrm>
          <a:off x="0" y="0"/>
          <a:ext cx="0" cy="0"/>
          <a:chOff x="0" y="0"/>
          <a:chExt cx="0" cy="0"/>
        </a:xfrm>
      </p:grpSpPr>
      <p:sp>
        <p:nvSpPr>
          <p:cNvPr id="91" name="Google Shape;91;p21"/>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2pPr>
            <a:lvl3pPr lvl="2"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3pPr>
            <a:lvl4pPr lvl="3"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4pPr>
            <a:lvl5pPr lvl="4"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5pPr>
            <a:lvl6pPr lvl="5"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6pPr>
            <a:lvl7pPr lvl="6"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7pPr>
            <a:lvl8pPr lvl="7"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8pPr>
            <a:lvl9pPr lvl="8"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9pPr>
          </a:lstStyle>
          <a:p/>
        </p:txBody>
      </p:sp>
      <p:sp>
        <p:nvSpPr>
          <p:cNvPr id="92" name="Google Shape;92;p21"/>
          <p:cNvSpPr txBox="1"/>
          <p:nvPr>
            <p:ph type="title"/>
          </p:nvPr>
        </p:nvSpPr>
        <p:spPr>
          <a:xfrm>
            <a:off x="629841" y="431231"/>
            <a:ext cx="71748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i="0" sz="2100" u="none">
                <a:solidFill>
                  <a:schemeClr val="dk1"/>
                </a:solidFill>
              </a:defRPr>
            </a:lvl1pPr>
            <a:lvl2pPr lvl="1">
              <a:spcBef>
                <a:spcPts val="0"/>
              </a:spcBef>
              <a:spcAft>
                <a:spcPts val="0"/>
              </a:spcAft>
              <a:buSzPts val="1100"/>
              <a:buNone/>
              <a:defRPr b="1"/>
            </a:lvl2pPr>
            <a:lvl3pPr lvl="2">
              <a:spcBef>
                <a:spcPts val="0"/>
              </a:spcBef>
              <a:spcAft>
                <a:spcPts val="0"/>
              </a:spcAft>
              <a:buSzPts val="1100"/>
              <a:buNone/>
              <a:defRPr b="1"/>
            </a:lvl3pPr>
            <a:lvl4pPr lvl="3">
              <a:spcBef>
                <a:spcPts val="0"/>
              </a:spcBef>
              <a:spcAft>
                <a:spcPts val="0"/>
              </a:spcAft>
              <a:buSzPts val="1100"/>
              <a:buNone/>
              <a:defRPr b="1"/>
            </a:lvl4pPr>
            <a:lvl5pPr lvl="4">
              <a:spcBef>
                <a:spcPts val="0"/>
              </a:spcBef>
              <a:spcAft>
                <a:spcPts val="0"/>
              </a:spcAft>
              <a:buSzPts val="1100"/>
              <a:buNone/>
              <a:defRPr b="1"/>
            </a:lvl5pPr>
            <a:lvl6pPr lvl="5">
              <a:spcBef>
                <a:spcPts val="0"/>
              </a:spcBef>
              <a:spcAft>
                <a:spcPts val="0"/>
              </a:spcAft>
              <a:buSzPts val="1100"/>
              <a:buNone/>
              <a:defRPr b="1"/>
            </a:lvl6pPr>
            <a:lvl7pPr lvl="6">
              <a:spcBef>
                <a:spcPts val="0"/>
              </a:spcBef>
              <a:spcAft>
                <a:spcPts val="0"/>
              </a:spcAft>
              <a:buSzPts val="1100"/>
              <a:buNone/>
              <a:defRPr b="1"/>
            </a:lvl7pPr>
            <a:lvl8pPr lvl="7">
              <a:spcBef>
                <a:spcPts val="0"/>
              </a:spcBef>
              <a:spcAft>
                <a:spcPts val="0"/>
              </a:spcAft>
              <a:buSzPts val="1100"/>
              <a:buNone/>
              <a:defRPr b="1"/>
            </a:lvl8pPr>
            <a:lvl9pPr lvl="8">
              <a:spcBef>
                <a:spcPts val="0"/>
              </a:spcBef>
              <a:spcAft>
                <a:spcPts val="0"/>
              </a:spcAft>
              <a:buSzPts val="1100"/>
              <a:buNone/>
              <a:defRPr b="1"/>
            </a:lvl9pPr>
          </a:lstStyle>
          <a:p/>
        </p:txBody>
      </p:sp>
      <p:sp>
        <p:nvSpPr>
          <p:cNvPr id="93" name="Google Shape;93;p21"/>
          <p:cNvSpPr txBox="1"/>
          <p:nvPr>
            <p:ph idx="1" type="body"/>
          </p:nvPr>
        </p:nvSpPr>
        <p:spPr>
          <a:xfrm>
            <a:off x="629841" y="911597"/>
            <a:ext cx="7174800" cy="218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800"/>
              </a:spcBef>
              <a:spcAft>
                <a:spcPts val="0"/>
              </a:spcAft>
              <a:buClr>
                <a:schemeClr val="dk1"/>
              </a:buClr>
              <a:buSzPts val="1100"/>
              <a:buChar char="​"/>
              <a:defRPr sz="1100">
                <a:solidFill>
                  <a:schemeClr val="dk1"/>
                </a:solidFill>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pic>
        <p:nvPicPr>
          <p:cNvPr id="94" name="Google Shape;94;p21" title="brand_line.png"/>
          <p:cNvPicPr preferRelativeResize="0"/>
          <p:nvPr/>
        </p:nvPicPr>
        <p:blipFill rotWithShape="1">
          <a:blip r:embed="rId2">
            <a:alphaModFix/>
          </a:blip>
          <a:srcRect b="22906" l="0" r="0" t="22906"/>
          <a:stretch/>
        </p:blipFill>
        <p:spPr>
          <a:xfrm>
            <a:off x="-16426" y="5045700"/>
            <a:ext cx="9165048" cy="119000"/>
          </a:xfrm>
          <a:prstGeom prst="rect">
            <a:avLst/>
          </a:prstGeom>
          <a:noFill/>
          <a:ln>
            <a:noFill/>
          </a:ln>
        </p:spPr>
      </p:pic>
      <p:pic>
        <p:nvPicPr>
          <p:cNvPr id="95" name="Google Shape;95;p21" title="tw-square.png"/>
          <p:cNvPicPr preferRelativeResize="0"/>
          <p:nvPr/>
        </p:nvPicPr>
        <p:blipFill rotWithShape="1">
          <a:blip r:embed="rId3">
            <a:alphaModFix/>
          </a:blip>
          <a:srcRect b="11359" l="0" r="9066" t="11367"/>
          <a:stretch/>
        </p:blipFill>
        <p:spPr>
          <a:xfrm>
            <a:off x="8564750" y="4534725"/>
            <a:ext cx="579251" cy="492201"/>
          </a:xfrm>
          <a:prstGeom prst="rect">
            <a:avLst/>
          </a:pr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Blank">
  <p:cSld name="D. Blank">
    <p:bg>
      <p:bgPr>
        <a:solidFill>
          <a:schemeClr val="lt2"/>
        </a:solidFill>
      </p:bgPr>
    </p:bg>
    <p:spTree>
      <p:nvGrpSpPr>
        <p:cNvPr id="96" name="Shape 96"/>
        <p:cNvGrpSpPr/>
        <p:nvPr/>
      </p:nvGrpSpPr>
      <p:grpSpPr>
        <a:xfrm>
          <a:off x="0" y="0"/>
          <a:ext cx="0" cy="0"/>
          <a:chOff x="0" y="0"/>
          <a:chExt cx="0" cy="0"/>
        </a:xfrm>
      </p:grpSpPr>
      <p:sp>
        <p:nvSpPr>
          <p:cNvPr id="97" name="Google Shape;97;p22"/>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2pPr>
            <a:lvl3pPr lvl="2"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3pPr>
            <a:lvl4pPr lvl="3"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4pPr>
            <a:lvl5pPr lvl="4"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5pPr>
            <a:lvl6pPr lvl="5"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6pPr>
            <a:lvl7pPr lvl="6"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7pPr>
            <a:lvl8pPr lvl="7"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8pPr>
            <a:lvl9pPr lvl="8"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ne" showMasterSp="0">
  <p:cSld name="Section header line">
    <p:bg>
      <p:bgPr>
        <a:solidFill>
          <a:srgbClr val="0D425C"/>
        </a:solidFill>
      </p:bgPr>
    </p:bg>
    <p:spTree>
      <p:nvGrpSpPr>
        <p:cNvPr id="98" name="Shape 98"/>
        <p:cNvGrpSpPr/>
        <p:nvPr/>
      </p:nvGrpSpPr>
      <p:grpSpPr>
        <a:xfrm>
          <a:off x="0" y="0"/>
          <a:ext cx="0" cy="0"/>
          <a:chOff x="0" y="0"/>
          <a:chExt cx="0" cy="0"/>
        </a:xfrm>
      </p:grpSpPr>
      <p:sp>
        <p:nvSpPr>
          <p:cNvPr id="99" name="Google Shape;99;p23"/>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23"/>
          <p:cNvSpPr txBox="1"/>
          <p:nvPr>
            <p:ph type="title"/>
          </p:nvPr>
        </p:nvSpPr>
        <p:spPr>
          <a:xfrm>
            <a:off x="629842" y="2870100"/>
            <a:ext cx="7885500" cy="1530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4100"/>
              <a:buNone/>
              <a:defRPr sz="41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cxnSp>
        <p:nvCxnSpPr>
          <p:cNvPr id="101" name="Google Shape;101;p23"/>
          <p:cNvCxnSpPr/>
          <p:nvPr/>
        </p:nvCxnSpPr>
        <p:spPr>
          <a:xfrm>
            <a:off x="629842" y="2760012"/>
            <a:ext cx="8516400" cy="0"/>
          </a:xfrm>
          <a:prstGeom prst="straightConnector1">
            <a:avLst/>
          </a:prstGeom>
          <a:noFill/>
          <a:ln cap="flat" cmpd="sng" w="14300">
            <a:solidFill>
              <a:schemeClr val="lt1"/>
            </a:solidFill>
            <a:prstDash val="solid"/>
            <a:miter lim="800000"/>
            <a:headEnd len="sm" w="sm" type="none"/>
            <a:tailEnd len="sm" w="sm" type="none"/>
          </a:ln>
        </p:spPr>
      </p:cxnSp>
      <p:sp>
        <p:nvSpPr>
          <p:cNvPr id="102" name="Google Shape;102;p23"/>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box" showMasterSp="0">
  <p:cSld name="Section header box">
    <p:bg>
      <p:bgPr>
        <a:solidFill>
          <a:srgbClr val="0D425C"/>
        </a:solidFill>
      </p:bgPr>
    </p:bg>
    <p:spTree>
      <p:nvGrpSpPr>
        <p:cNvPr id="103" name="Shape 103"/>
        <p:cNvGrpSpPr/>
        <p:nvPr/>
      </p:nvGrpSpPr>
      <p:grpSpPr>
        <a:xfrm>
          <a:off x="0" y="0"/>
          <a:ext cx="0" cy="0"/>
          <a:chOff x="0" y="0"/>
          <a:chExt cx="0" cy="0"/>
        </a:xfrm>
      </p:grpSpPr>
      <p:sp>
        <p:nvSpPr>
          <p:cNvPr id="104" name="Google Shape;104;p24"/>
          <p:cNvSpPr txBox="1"/>
          <p:nvPr>
            <p:ph type="title"/>
          </p:nvPr>
        </p:nvSpPr>
        <p:spPr>
          <a:xfrm>
            <a:off x="963557" y="2001031"/>
            <a:ext cx="7215300" cy="2400600"/>
          </a:xfrm>
          <a:prstGeom prst="rect">
            <a:avLst/>
          </a:prstGeom>
          <a:noFill/>
          <a:ln cap="flat" cmpd="sng" w="7150">
            <a:solidFill>
              <a:schemeClr val="lt1"/>
            </a:solidFill>
            <a:prstDash val="solid"/>
            <a:round/>
            <a:headEnd len="sm" w="sm" type="none"/>
            <a:tailEnd len="sm" w="sm" type="none"/>
          </a:ln>
        </p:spPr>
        <p:txBody>
          <a:bodyPr anchorCtr="0" anchor="b" bIns="102875" lIns="205725" spcFirstLastPara="1" rIns="205725" wrap="square" tIns="205725">
            <a:noAutofit/>
          </a:bodyPr>
          <a:lstStyle>
            <a:lvl1pPr lvl="0" algn="l">
              <a:lnSpc>
                <a:spcPct val="111111"/>
              </a:lnSpc>
              <a:spcBef>
                <a:spcPts val="0"/>
              </a:spcBef>
              <a:spcAft>
                <a:spcPts val="0"/>
              </a:spcAft>
              <a:buClr>
                <a:schemeClr val="lt1"/>
              </a:buClr>
              <a:buSzPts val="4100"/>
              <a:buNone/>
              <a:defRPr sz="41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5" name="Google Shape;105;p24"/>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4"/>
          <p:cNvSpPr/>
          <p:nvPr/>
        </p:nvSpPr>
        <p:spPr>
          <a:xfrm>
            <a:off x="963557" y="1071098"/>
            <a:ext cx="710700" cy="710700"/>
          </a:xfrm>
          <a:prstGeom prst="rect">
            <a:avLst/>
          </a:prstGeom>
          <a:noFill/>
          <a:ln cap="flat" cmpd="sng" w="8075">
            <a:solidFill>
              <a:schemeClr val="lt1"/>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107" name="Google Shape;107;p24"/>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y slice heading">
  <p:cSld name="Gray slice heading">
    <p:bg>
      <p:bgPr>
        <a:solidFill>
          <a:schemeClr val="lt1"/>
        </a:solidFill>
      </p:bgPr>
    </p:bg>
    <p:spTree>
      <p:nvGrpSpPr>
        <p:cNvPr id="108" name="Shape 108"/>
        <p:cNvGrpSpPr/>
        <p:nvPr/>
      </p:nvGrpSpPr>
      <p:grpSpPr>
        <a:xfrm>
          <a:off x="0" y="0"/>
          <a:ext cx="0" cy="0"/>
          <a:chOff x="0" y="0"/>
          <a:chExt cx="0" cy="0"/>
        </a:xfrm>
      </p:grpSpPr>
      <p:sp>
        <p:nvSpPr>
          <p:cNvPr id="109" name="Google Shape;109;p25"/>
          <p:cNvSpPr/>
          <p:nvPr/>
        </p:nvSpPr>
        <p:spPr>
          <a:xfrm>
            <a:off x="1" y="-982"/>
            <a:ext cx="3520800" cy="5144400"/>
          </a:xfrm>
          <a:prstGeom prst="rect">
            <a:avLst/>
          </a:prstGeom>
          <a:solidFill>
            <a:srgbClr val="F2F2F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110" name="Google Shape;110;p25"/>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Font typeface="Inter Tight ExtraLight"/>
              <a:buNone/>
              <a:defRPr>
                <a:latin typeface="Inter Tight ExtraLight"/>
                <a:ea typeface="Inter Tight ExtraLight"/>
                <a:cs typeface="Inter Tight ExtraLight"/>
                <a:sym typeface="Inter Tight ExtraLight"/>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5"/>
          <p:cNvSpPr txBox="1"/>
          <p:nvPr>
            <p:ph type="title"/>
          </p:nvPr>
        </p:nvSpPr>
        <p:spPr>
          <a:xfrm>
            <a:off x="629842" y="1158206"/>
            <a:ext cx="2432100" cy="1122000"/>
          </a:xfrm>
          <a:prstGeom prst="rect">
            <a:avLst/>
          </a:prstGeom>
          <a:noFill/>
          <a:ln>
            <a:noFill/>
          </a:ln>
        </p:spPr>
        <p:txBody>
          <a:bodyPr anchorCtr="0" anchor="b" bIns="0" lIns="0" spcFirstLastPara="1" rIns="240025" wrap="square" tIns="0">
            <a:noAutofit/>
          </a:bodyPr>
          <a:lstStyle>
            <a:lvl1pPr lvl="0" algn="l">
              <a:lnSpc>
                <a:spcPct val="90000"/>
              </a:lnSpc>
              <a:spcBef>
                <a:spcPts val="0"/>
              </a:spcBef>
              <a:spcAft>
                <a:spcPts val="0"/>
              </a:spcAft>
              <a:buClr>
                <a:schemeClr val="dk1"/>
              </a:buClr>
              <a:buSzPts val="2100"/>
              <a:buNone/>
              <a:defRPr sz="2100">
                <a:solidFill>
                  <a:schemeClr val="dk1"/>
                </a:solidFill>
              </a:defRPr>
            </a:lvl1pPr>
            <a:lvl2pPr lvl="1">
              <a:spcBef>
                <a:spcPts val="0"/>
              </a:spcBef>
              <a:spcAft>
                <a:spcPts val="0"/>
              </a:spcAft>
              <a:buSzPts val="1100"/>
              <a:buNone/>
              <a:defRPr b="1"/>
            </a:lvl2pPr>
            <a:lvl3pPr lvl="2">
              <a:spcBef>
                <a:spcPts val="0"/>
              </a:spcBef>
              <a:spcAft>
                <a:spcPts val="0"/>
              </a:spcAft>
              <a:buSzPts val="1100"/>
              <a:buNone/>
              <a:defRPr b="1"/>
            </a:lvl3pPr>
            <a:lvl4pPr lvl="3">
              <a:spcBef>
                <a:spcPts val="0"/>
              </a:spcBef>
              <a:spcAft>
                <a:spcPts val="0"/>
              </a:spcAft>
              <a:buSzPts val="1100"/>
              <a:buNone/>
              <a:defRPr b="1"/>
            </a:lvl4pPr>
            <a:lvl5pPr lvl="4">
              <a:spcBef>
                <a:spcPts val="0"/>
              </a:spcBef>
              <a:spcAft>
                <a:spcPts val="0"/>
              </a:spcAft>
              <a:buSzPts val="1100"/>
              <a:buNone/>
              <a:defRPr b="1"/>
            </a:lvl5pPr>
            <a:lvl6pPr lvl="5">
              <a:spcBef>
                <a:spcPts val="0"/>
              </a:spcBef>
              <a:spcAft>
                <a:spcPts val="0"/>
              </a:spcAft>
              <a:buSzPts val="1100"/>
              <a:buNone/>
              <a:defRPr b="1"/>
            </a:lvl6pPr>
            <a:lvl7pPr lvl="6">
              <a:spcBef>
                <a:spcPts val="0"/>
              </a:spcBef>
              <a:spcAft>
                <a:spcPts val="0"/>
              </a:spcAft>
              <a:buSzPts val="1100"/>
              <a:buNone/>
              <a:defRPr b="1"/>
            </a:lvl7pPr>
            <a:lvl8pPr lvl="7">
              <a:spcBef>
                <a:spcPts val="0"/>
              </a:spcBef>
              <a:spcAft>
                <a:spcPts val="0"/>
              </a:spcAft>
              <a:buSzPts val="1100"/>
              <a:buNone/>
              <a:defRPr b="1"/>
            </a:lvl8pPr>
            <a:lvl9pPr lvl="8">
              <a:spcBef>
                <a:spcPts val="0"/>
              </a:spcBef>
              <a:spcAft>
                <a:spcPts val="0"/>
              </a:spcAft>
              <a:buSzPts val="1100"/>
              <a:buNone/>
              <a:defRPr b="1"/>
            </a:lvl9pPr>
          </a:lstStyle>
          <a:p/>
        </p:txBody>
      </p:sp>
      <p:sp>
        <p:nvSpPr>
          <p:cNvPr id="112" name="Google Shape;112;p25"/>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one third" showMasterSp="0">
  <p:cSld name="White one third">
    <p:bg>
      <p:bgPr>
        <a:solidFill>
          <a:srgbClr val="0D425C"/>
        </a:solidFill>
      </p:bgPr>
    </p:bg>
    <p:spTree>
      <p:nvGrpSpPr>
        <p:cNvPr id="113" name="Shape 113"/>
        <p:cNvGrpSpPr/>
        <p:nvPr/>
      </p:nvGrpSpPr>
      <p:grpSpPr>
        <a:xfrm>
          <a:off x="0" y="0"/>
          <a:ext cx="0" cy="0"/>
          <a:chOff x="0" y="0"/>
          <a:chExt cx="0" cy="0"/>
        </a:xfrm>
      </p:grpSpPr>
      <p:pic>
        <p:nvPicPr>
          <p:cNvPr id="114" name="Google Shape;114;p26"/>
          <p:cNvPicPr preferRelativeResize="0"/>
          <p:nvPr/>
        </p:nvPicPr>
        <p:blipFill rotWithShape="1">
          <a:blip r:embed="rId2">
            <a:alphaModFix/>
          </a:blip>
          <a:srcRect b="27" l="29399" r="99" t="8740"/>
          <a:stretch/>
        </p:blipFill>
        <p:spPr>
          <a:xfrm flipH="1" rot="10800000">
            <a:off x="3048746" y="0"/>
            <a:ext cx="312713" cy="5143500"/>
          </a:xfrm>
          <a:prstGeom prst="rect">
            <a:avLst/>
          </a:prstGeom>
          <a:noFill/>
          <a:ln>
            <a:noFill/>
          </a:ln>
        </p:spPr>
      </p:pic>
      <p:sp>
        <p:nvSpPr>
          <p:cNvPr id="115" name="Google Shape;115;p26"/>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6" name="Google Shape;116;p26"/>
          <p:cNvSpPr/>
          <p:nvPr/>
        </p:nvSpPr>
        <p:spPr>
          <a:xfrm>
            <a:off x="0" y="0"/>
            <a:ext cx="3059700" cy="5143500"/>
          </a:xfrm>
          <a:prstGeom prst="rect">
            <a:avLst/>
          </a:prstGeom>
          <a:solidFill>
            <a:schemeClr val="dk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117" name="Google Shape;117;p26"/>
          <p:cNvSpPr txBox="1"/>
          <p:nvPr>
            <p:ph type="title"/>
          </p:nvPr>
        </p:nvSpPr>
        <p:spPr>
          <a:xfrm>
            <a:off x="629842" y="2010827"/>
            <a:ext cx="2188500" cy="112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2100"/>
              <a:buNone/>
              <a:defRPr sz="2100">
                <a:solidFill>
                  <a:schemeClr val="dk1"/>
                </a:solidFill>
              </a:defRPr>
            </a:lvl1pPr>
            <a:lvl2pPr lvl="1">
              <a:spcBef>
                <a:spcPts val="0"/>
              </a:spcBef>
              <a:spcAft>
                <a:spcPts val="0"/>
              </a:spcAft>
              <a:buSzPts val="1100"/>
              <a:buNone/>
              <a:defRPr b="1"/>
            </a:lvl2pPr>
            <a:lvl3pPr lvl="2">
              <a:spcBef>
                <a:spcPts val="0"/>
              </a:spcBef>
              <a:spcAft>
                <a:spcPts val="0"/>
              </a:spcAft>
              <a:buSzPts val="1100"/>
              <a:buNone/>
              <a:defRPr b="1"/>
            </a:lvl3pPr>
            <a:lvl4pPr lvl="3">
              <a:spcBef>
                <a:spcPts val="0"/>
              </a:spcBef>
              <a:spcAft>
                <a:spcPts val="0"/>
              </a:spcAft>
              <a:buSzPts val="1100"/>
              <a:buNone/>
              <a:defRPr b="1"/>
            </a:lvl4pPr>
            <a:lvl5pPr lvl="4">
              <a:spcBef>
                <a:spcPts val="0"/>
              </a:spcBef>
              <a:spcAft>
                <a:spcPts val="0"/>
              </a:spcAft>
              <a:buSzPts val="1100"/>
              <a:buNone/>
              <a:defRPr b="1"/>
            </a:lvl5pPr>
            <a:lvl6pPr lvl="5">
              <a:spcBef>
                <a:spcPts val="0"/>
              </a:spcBef>
              <a:spcAft>
                <a:spcPts val="0"/>
              </a:spcAft>
              <a:buSzPts val="1100"/>
              <a:buNone/>
              <a:defRPr b="1"/>
            </a:lvl6pPr>
            <a:lvl7pPr lvl="6">
              <a:spcBef>
                <a:spcPts val="0"/>
              </a:spcBef>
              <a:spcAft>
                <a:spcPts val="0"/>
              </a:spcAft>
              <a:buSzPts val="1100"/>
              <a:buNone/>
              <a:defRPr b="1"/>
            </a:lvl7pPr>
            <a:lvl8pPr lvl="7">
              <a:spcBef>
                <a:spcPts val="0"/>
              </a:spcBef>
              <a:spcAft>
                <a:spcPts val="0"/>
              </a:spcAft>
              <a:buSzPts val="1100"/>
              <a:buNone/>
              <a:defRPr b="1"/>
            </a:lvl8pPr>
            <a:lvl9pPr lvl="8">
              <a:spcBef>
                <a:spcPts val="0"/>
              </a:spcBef>
              <a:spcAft>
                <a:spcPts val="0"/>
              </a:spcAft>
              <a:buSzPts val="1100"/>
              <a:buNone/>
              <a:defRPr b="1"/>
            </a:lvl9pPr>
          </a:lstStyle>
          <a:p/>
        </p:txBody>
      </p:sp>
      <p:sp>
        <p:nvSpPr>
          <p:cNvPr id="118" name="Google Shape;118;p26"/>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highlight" showMasterSp="0">
  <p:cSld name="Green highlight">
    <p:bg>
      <p:bgPr>
        <a:solidFill>
          <a:srgbClr val="0D425C"/>
        </a:solidFill>
      </p:bgPr>
    </p:bg>
    <p:spTree>
      <p:nvGrpSpPr>
        <p:cNvPr id="119" name="Shape 119"/>
        <p:cNvGrpSpPr/>
        <p:nvPr/>
      </p:nvGrpSpPr>
      <p:grpSpPr>
        <a:xfrm>
          <a:off x="0" y="0"/>
          <a:ext cx="0" cy="0"/>
          <a:chOff x="0" y="0"/>
          <a:chExt cx="0" cy="0"/>
        </a:xfrm>
      </p:grpSpPr>
      <p:pic>
        <p:nvPicPr>
          <p:cNvPr id="120" name="Google Shape;120;p27"/>
          <p:cNvPicPr preferRelativeResize="0"/>
          <p:nvPr/>
        </p:nvPicPr>
        <p:blipFill rotWithShape="1">
          <a:blip r:embed="rId2">
            <a:alphaModFix/>
          </a:blip>
          <a:srcRect b="27" l="29399" r="99" t="8740"/>
          <a:stretch/>
        </p:blipFill>
        <p:spPr>
          <a:xfrm flipH="1" rot="10800000">
            <a:off x="5374205" y="0"/>
            <a:ext cx="312713" cy="5143500"/>
          </a:xfrm>
          <a:prstGeom prst="rect">
            <a:avLst/>
          </a:prstGeom>
          <a:noFill/>
          <a:ln>
            <a:noFill/>
          </a:ln>
        </p:spPr>
      </p:pic>
      <p:sp>
        <p:nvSpPr>
          <p:cNvPr id="121" name="Google Shape;121;p27"/>
          <p:cNvSpPr/>
          <p:nvPr/>
        </p:nvSpPr>
        <p:spPr>
          <a:xfrm>
            <a:off x="0" y="0"/>
            <a:ext cx="5379000" cy="5143500"/>
          </a:xfrm>
          <a:prstGeom prst="rect">
            <a:avLst/>
          </a:prstGeom>
          <a:solidFill>
            <a:schemeClr val="dk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122" name="Google Shape;122;p27"/>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7"/>
          <p:cNvSpPr txBox="1"/>
          <p:nvPr>
            <p:ph type="title"/>
          </p:nvPr>
        </p:nvSpPr>
        <p:spPr>
          <a:xfrm>
            <a:off x="629841" y="431231"/>
            <a:ext cx="45354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i="0" sz="2100" u="none">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4" name="Google Shape;124;p27"/>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rgbClr val="0D425C"/>
                </a:solidFill>
                <a:latin typeface="Century Gothic"/>
                <a:ea typeface="Century Gothic"/>
                <a:cs typeface="Century Gothic"/>
                <a:sym typeface="Century Gothic"/>
              </a:rPr>
              <a:t>‹#›</a:t>
            </a:fld>
            <a:r>
              <a:rPr b="1" lang="en-GB" sz="600">
                <a:solidFill>
                  <a:srgbClr val="0D425C"/>
                </a:solidFill>
                <a:latin typeface="Century Gothic"/>
                <a:ea typeface="Century Gothic"/>
                <a:cs typeface="Century Gothic"/>
                <a:sym typeface="Century Gothic"/>
              </a:rPr>
              <a:t>.</a:t>
            </a:r>
            <a:endParaRPr sz="1100">
              <a:solidFill>
                <a:srgbClr val="0D425C"/>
              </a:solidFill>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half" showMasterSp="0">
  <p:cSld name="Green half">
    <p:bg>
      <p:bgPr>
        <a:solidFill>
          <a:srgbClr val="0D425C"/>
        </a:solidFill>
      </p:bgPr>
    </p:bg>
    <p:spTree>
      <p:nvGrpSpPr>
        <p:cNvPr id="125" name="Shape 125"/>
        <p:cNvGrpSpPr/>
        <p:nvPr/>
      </p:nvGrpSpPr>
      <p:grpSpPr>
        <a:xfrm>
          <a:off x="0" y="0"/>
          <a:ext cx="0" cy="0"/>
          <a:chOff x="0" y="0"/>
          <a:chExt cx="0" cy="0"/>
        </a:xfrm>
      </p:grpSpPr>
      <p:sp>
        <p:nvSpPr>
          <p:cNvPr id="126" name="Google Shape;126;p28"/>
          <p:cNvSpPr/>
          <p:nvPr/>
        </p:nvSpPr>
        <p:spPr>
          <a:xfrm>
            <a:off x="4572000" y="0"/>
            <a:ext cx="4572000" cy="5143500"/>
          </a:xfrm>
          <a:prstGeom prst="rect">
            <a:avLst/>
          </a:prstGeom>
          <a:solidFill>
            <a:schemeClr val="dk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127" name="Google Shape;127;p28"/>
          <p:cNvSpPr/>
          <p:nvPr>
            <p:ph idx="2" type="pic"/>
          </p:nvPr>
        </p:nvSpPr>
        <p:spPr>
          <a:xfrm>
            <a:off x="4569016" y="0"/>
            <a:ext cx="4575000" cy="5143500"/>
          </a:xfrm>
          <a:prstGeom prst="rect">
            <a:avLst/>
          </a:prstGeom>
          <a:noFill/>
          <a:ln>
            <a:noFill/>
          </a:ln>
        </p:spPr>
      </p:sp>
      <p:pic>
        <p:nvPicPr>
          <p:cNvPr id="128" name="Google Shape;128;p28"/>
          <p:cNvPicPr preferRelativeResize="0"/>
          <p:nvPr/>
        </p:nvPicPr>
        <p:blipFill rotWithShape="1">
          <a:blip r:embed="rId2">
            <a:alphaModFix/>
          </a:blip>
          <a:srcRect b="27" l="29399" r="99" t="8740"/>
          <a:stretch/>
        </p:blipFill>
        <p:spPr>
          <a:xfrm flipH="1">
            <a:off x="4267186" y="0"/>
            <a:ext cx="312713" cy="5143500"/>
          </a:xfrm>
          <a:prstGeom prst="rect">
            <a:avLst/>
          </a:prstGeom>
          <a:noFill/>
          <a:ln>
            <a:noFill/>
          </a:ln>
        </p:spPr>
      </p:pic>
      <p:sp>
        <p:nvSpPr>
          <p:cNvPr id="129" name="Google Shape;129;p28"/>
          <p:cNvSpPr txBox="1"/>
          <p:nvPr>
            <p:ph type="title"/>
          </p:nvPr>
        </p:nvSpPr>
        <p:spPr>
          <a:xfrm>
            <a:off x="629842" y="1339200"/>
            <a:ext cx="3134100" cy="2465100"/>
          </a:xfrm>
          <a:prstGeom prst="rect">
            <a:avLst/>
          </a:prstGeom>
          <a:noFill/>
          <a:ln>
            <a:noFill/>
          </a:ln>
        </p:spPr>
        <p:txBody>
          <a:bodyPr anchorCtr="0" anchor="ctr" bIns="0" lIns="0" spcFirstLastPara="1" rIns="240025" wrap="square" tIns="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0" name="Google Shape;130;p28"/>
          <p:cNvSpPr txBox="1"/>
          <p:nvPr>
            <p:ph idx="10" type="dt"/>
          </p:nvPr>
        </p:nvSpPr>
        <p:spPr>
          <a:xfrm>
            <a:off x="4569031" y="4710852"/>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2pPr>
            <a:lvl3pPr lvl="2"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3pPr>
            <a:lvl4pPr lvl="3"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4pPr>
            <a:lvl5pPr lvl="4"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5pPr>
            <a:lvl6pPr lvl="5"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6pPr>
            <a:lvl7pPr lvl="6"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7pPr>
            <a:lvl8pPr lvl="7"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8pPr>
            <a:lvl9pPr lvl="8"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9pPr>
          </a:lstStyle>
          <a:p/>
        </p:txBody>
      </p:sp>
      <p:sp>
        <p:nvSpPr>
          <p:cNvPr id="131" name="Google Shape;131;p28"/>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two third" showMasterSp="0">
  <p:cSld name="Green two third">
    <p:bg>
      <p:bgPr>
        <a:solidFill>
          <a:srgbClr val="0D425C"/>
        </a:solidFill>
      </p:bgPr>
    </p:bg>
    <p:spTree>
      <p:nvGrpSpPr>
        <p:cNvPr id="132" name="Shape 132"/>
        <p:cNvGrpSpPr/>
        <p:nvPr/>
      </p:nvGrpSpPr>
      <p:grpSpPr>
        <a:xfrm>
          <a:off x="0" y="0"/>
          <a:ext cx="0" cy="0"/>
          <a:chOff x="0" y="0"/>
          <a:chExt cx="0" cy="0"/>
        </a:xfrm>
      </p:grpSpPr>
      <p:sp>
        <p:nvSpPr>
          <p:cNvPr id="133" name="Google Shape;133;p29"/>
          <p:cNvSpPr/>
          <p:nvPr/>
        </p:nvSpPr>
        <p:spPr>
          <a:xfrm>
            <a:off x="5864657" y="0"/>
            <a:ext cx="3279300" cy="5143500"/>
          </a:xfrm>
          <a:prstGeom prst="rect">
            <a:avLst/>
          </a:prstGeom>
          <a:solidFill>
            <a:schemeClr val="dk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134" name="Google Shape;134;p29"/>
          <p:cNvSpPr/>
          <p:nvPr>
            <p:ph idx="2" type="pic"/>
          </p:nvPr>
        </p:nvSpPr>
        <p:spPr>
          <a:xfrm>
            <a:off x="5865019" y="0"/>
            <a:ext cx="3279000" cy="5143500"/>
          </a:xfrm>
          <a:prstGeom prst="rect">
            <a:avLst/>
          </a:prstGeom>
          <a:noFill/>
          <a:ln>
            <a:noFill/>
          </a:ln>
        </p:spPr>
      </p:sp>
      <p:pic>
        <p:nvPicPr>
          <p:cNvPr id="135" name="Google Shape;135;p29"/>
          <p:cNvPicPr preferRelativeResize="0"/>
          <p:nvPr/>
        </p:nvPicPr>
        <p:blipFill rotWithShape="1">
          <a:blip r:embed="rId2">
            <a:alphaModFix/>
          </a:blip>
          <a:srcRect b="27" l="29399" r="99" t="8740"/>
          <a:stretch/>
        </p:blipFill>
        <p:spPr>
          <a:xfrm flipH="1">
            <a:off x="5557387" y="0"/>
            <a:ext cx="312713" cy="5143500"/>
          </a:xfrm>
          <a:prstGeom prst="rect">
            <a:avLst/>
          </a:prstGeom>
          <a:noFill/>
          <a:ln>
            <a:noFill/>
          </a:ln>
        </p:spPr>
      </p:pic>
      <p:sp>
        <p:nvSpPr>
          <p:cNvPr id="136" name="Google Shape;136;p29"/>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7" name="Google Shape;137;p29"/>
          <p:cNvSpPr txBox="1"/>
          <p:nvPr>
            <p:ph type="title"/>
          </p:nvPr>
        </p:nvSpPr>
        <p:spPr>
          <a:xfrm>
            <a:off x="629842" y="1339200"/>
            <a:ext cx="4528500" cy="2465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3300"/>
              <a:buNone/>
              <a:defRPr sz="33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8" name="Google Shape;138;p29"/>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arrow" showMasterSp="0">
  <p:cSld name="Left arrow">
    <p:bg>
      <p:bgPr>
        <a:solidFill>
          <a:srgbClr val="0D425C"/>
        </a:solidFill>
      </p:bgPr>
    </p:bg>
    <p:spTree>
      <p:nvGrpSpPr>
        <p:cNvPr id="139" name="Shape 139"/>
        <p:cNvGrpSpPr/>
        <p:nvPr/>
      </p:nvGrpSpPr>
      <p:grpSpPr>
        <a:xfrm>
          <a:off x="0" y="0"/>
          <a:ext cx="0" cy="0"/>
          <a:chOff x="0" y="0"/>
          <a:chExt cx="0" cy="0"/>
        </a:xfrm>
      </p:grpSpPr>
      <p:sp>
        <p:nvSpPr>
          <p:cNvPr id="140" name="Google Shape;140;p30"/>
          <p:cNvSpPr/>
          <p:nvPr/>
        </p:nvSpPr>
        <p:spPr>
          <a:xfrm>
            <a:off x="1143" y="983"/>
            <a:ext cx="3066234" cy="51435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141" name="Google Shape;141;p30"/>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142" name="Google Shape;142;p30"/>
          <p:cNvPicPr preferRelativeResize="0"/>
          <p:nvPr/>
        </p:nvPicPr>
        <p:blipFill rotWithShape="1">
          <a:blip r:embed="rId2">
            <a:alphaModFix/>
          </a:blip>
          <a:srcRect b="0" l="0" r="0" t="0"/>
          <a:stretch/>
        </p:blipFill>
        <p:spPr>
          <a:xfrm>
            <a:off x="2349331" y="2692799"/>
            <a:ext cx="1023938" cy="2537222"/>
          </a:xfrm>
          <a:custGeom>
            <a:rect b="b" l="l" r="r" t="t"/>
            <a:pathLst>
              <a:path extrusionOk="0" h="3382962" w="1365250">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ln>
            <a:noFill/>
          </a:ln>
        </p:spPr>
      </p:pic>
      <p:sp>
        <p:nvSpPr>
          <p:cNvPr id="143" name="Google Shape;143;p30"/>
          <p:cNvSpPr txBox="1"/>
          <p:nvPr>
            <p:ph type="title"/>
          </p:nvPr>
        </p:nvSpPr>
        <p:spPr>
          <a:xfrm>
            <a:off x="629842" y="2085975"/>
            <a:ext cx="1701600" cy="9729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2100"/>
              <a:buNone/>
              <a:defRPr sz="21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4" name="Google Shape;144;p30"/>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left arrow" showMasterSp="0">
  <p:cSld name="Green left arrow">
    <p:bg>
      <p:bgPr>
        <a:solidFill>
          <a:schemeClr val="lt1"/>
        </a:solidFill>
      </p:bgPr>
    </p:bg>
    <p:spTree>
      <p:nvGrpSpPr>
        <p:cNvPr id="145" name="Shape 145"/>
        <p:cNvGrpSpPr/>
        <p:nvPr/>
      </p:nvGrpSpPr>
      <p:grpSpPr>
        <a:xfrm>
          <a:off x="0" y="0"/>
          <a:ext cx="0" cy="0"/>
          <a:chOff x="0" y="0"/>
          <a:chExt cx="0" cy="0"/>
        </a:xfrm>
      </p:grpSpPr>
      <p:sp>
        <p:nvSpPr>
          <p:cNvPr id="146" name="Google Shape;146;p31"/>
          <p:cNvSpPr/>
          <p:nvPr/>
        </p:nvSpPr>
        <p:spPr>
          <a:xfrm>
            <a:off x="0" y="0"/>
            <a:ext cx="3066234" cy="5143500"/>
          </a:xfrm>
          <a:custGeom>
            <a:rect b="b" l="l" r="r" t="t"/>
            <a:pathLst>
              <a:path extrusionOk="0" h="6858000" w="4088312">
                <a:moveTo>
                  <a:pt x="0" y="0"/>
                </a:moveTo>
                <a:lnTo>
                  <a:pt x="3264933" y="0"/>
                </a:lnTo>
                <a:lnTo>
                  <a:pt x="4088312" y="3429000"/>
                </a:lnTo>
                <a:lnTo>
                  <a:pt x="3264933" y="6858000"/>
                </a:lnTo>
                <a:lnTo>
                  <a:pt x="0" y="6858000"/>
                </a:lnTo>
                <a:close/>
              </a:path>
            </a:pathLst>
          </a:custGeom>
          <a:solidFill>
            <a:srgbClr val="0D425C"/>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147" name="Google Shape;147;p31"/>
          <p:cNvSpPr txBox="1"/>
          <p:nvPr>
            <p:ph type="title"/>
          </p:nvPr>
        </p:nvSpPr>
        <p:spPr>
          <a:xfrm>
            <a:off x="629842" y="2073152"/>
            <a:ext cx="1701600" cy="98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FFFFFF"/>
              </a:buClr>
              <a:buSzPts val="2100"/>
              <a:buNone/>
              <a:defRPr sz="210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8" name="Google Shape;148;p31"/>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sz="800">
                <a:solidFill>
                  <a:schemeClr val="accen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149" name="Google Shape;149;p31"/>
          <p:cNvPicPr preferRelativeResize="0"/>
          <p:nvPr/>
        </p:nvPicPr>
        <p:blipFill rotWithShape="1">
          <a:blip r:embed="rId2">
            <a:alphaModFix/>
          </a:blip>
          <a:srcRect b="7720" l="0" r="0" t="6214"/>
          <a:stretch/>
        </p:blipFill>
        <p:spPr>
          <a:xfrm rot="125994">
            <a:off x="1632951" y="2553977"/>
            <a:ext cx="2022358" cy="2597751"/>
          </a:xfrm>
          <a:custGeom>
            <a:rect b="b" l="l" r="r" t="t"/>
            <a:pathLst>
              <a:path extrusionOk="0" h="3461745" w="2694666">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a:noFill/>
          <a:ln>
            <a:noFill/>
          </a:ln>
        </p:spPr>
      </p:pic>
      <p:sp>
        <p:nvSpPr>
          <p:cNvPr id="150" name="Google Shape;150;p31"/>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row one third" showMasterSp="0">
  <p:cSld name="Arrow one third">
    <p:bg>
      <p:bgPr>
        <a:solidFill>
          <a:srgbClr val="0D425C"/>
        </a:solidFill>
      </p:bgPr>
    </p:bg>
    <p:spTree>
      <p:nvGrpSpPr>
        <p:cNvPr id="151" name="Shape 151"/>
        <p:cNvGrpSpPr/>
        <p:nvPr/>
      </p:nvGrpSpPr>
      <p:grpSpPr>
        <a:xfrm>
          <a:off x="0" y="0"/>
          <a:ext cx="0" cy="0"/>
          <a:chOff x="0" y="0"/>
          <a:chExt cx="0" cy="0"/>
        </a:xfrm>
      </p:grpSpPr>
      <p:sp>
        <p:nvSpPr>
          <p:cNvPr id="152" name="Google Shape;152;p32"/>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3" name="Google Shape;153;p32"/>
          <p:cNvSpPr/>
          <p:nvPr/>
        </p:nvSpPr>
        <p:spPr>
          <a:xfrm>
            <a:off x="1" y="0"/>
            <a:ext cx="4070100" cy="5143500"/>
          </a:xfrm>
          <a:prstGeom prst="homePlate">
            <a:avLst>
              <a:gd fmla="val 12939" name="adj"/>
            </a:avLst>
          </a:prstGeom>
          <a:solidFill>
            <a:srgbClr val="FFFFFF"/>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154" name="Google Shape;154;p32"/>
          <p:cNvSpPr txBox="1"/>
          <p:nvPr>
            <p:ph type="title"/>
          </p:nvPr>
        </p:nvSpPr>
        <p:spPr>
          <a:xfrm>
            <a:off x="629842" y="1339200"/>
            <a:ext cx="2889300" cy="2465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3300"/>
              <a:buNone/>
              <a:defRPr sz="3300">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155" name="Google Shape;155;p32"/>
          <p:cNvPicPr preferRelativeResize="0"/>
          <p:nvPr/>
        </p:nvPicPr>
        <p:blipFill rotWithShape="1">
          <a:blip r:embed="rId2">
            <a:alphaModFix/>
          </a:blip>
          <a:srcRect b="0" l="0" r="0" t="0"/>
          <a:stretch/>
        </p:blipFill>
        <p:spPr>
          <a:xfrm>
            <a:off x="3436144" y="2545794"/>
            <a:ext cx="973931" cy="2678906"/>
          </a:xfrm>
          <a:custGeom>
            <a:rect b="b" l="l" r="r" t="t"/>
            <a:pathLst>
              <a:path extrusionOk="0" h="3571875" w="12985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ln>
            <a:noFill/>
          </a:ln>
        </p:spPr>
      </p:pic>
      <p:sp>
        <p:nvSpPr>
          <p:cNvPr id="156" name="Google Shape;156;p32"/>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arrow one third" showMasterSp="0">
  <p:cSld name="Green arrow one third">
    <p:bg>
      <p:bgPr>
        <a:solidFill>
          <a:schemeClr val="dk2"/>
        </a:solidFill>
      </p:bgPr>
    </p:bg>
    <p:spTree>
      <p:nvGrpSpPr>
        <p:cNvPr id="157" name="Shape 157"/>
        <p:cNvGrpSpPr/>
        <p:nvPr/>
      </p:nvGrpSpPr>
      <p:grpSpPr>
        <a:xfrm>
          <a:off x="0" y="0"/>
          <a:ext cx="0" cy="0"/>
          <a:chOff x="0" y="0"/>
          <a:chExt cx="0" cy="0"/>
        </a:xfrm>
      </p:grpSpPr>
      <p:sp>
        <p:nvSpPr>
          <p:cNvPr id="158" name="Google Shape;158;p33"/>
          <p:cNvSpPr/>
          <p:nvPr/>
        </p:nvSpPr>
        <p:spPr>
          <a:xfrm>
            <a:off x="1" y="0"/>
            <a:ext cx="4070100" cy="5143500"/>
          </a:xfrm>
          <a:prstGeom prst="homePlate">
            <a:avLst>
              <a:gd fmla="val 12939" name="adj"/>
            </a:avLst>
          </a:prstGeom>
          <a:solidFill>
            <a:srgbClr val="0D425C"/>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159" name="Google Shape;159;p33"/>
          <p:cNvSpPr txBox="1"/>
          <p:nvPr>
            <p:ph type="title"/>
          </p:nvPr>
        </p:nvSpPr>
        <p:spPr>
          <a:xfrm>
            <a:off x="629842" y="1339200"/>
            <a:ext cx="2889300" cy="2465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FFFFFF"/>
              </a:buClr>
              <a:buSzPts val="3300"/>
              <a:buNone/>
              <a:defRPr sz="330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0" name="Google Shape;160;p33"/>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sz="800">
                <a:latin typeface="Century Gothic"/>
                <a:ea typeface="Century Gothic"/>
                <a:cs typeface="Century Gothic"/>
                <a:sym typeface="Century Gothic"/>
              </a:defRPr>
            </a:lvl1pPr>
            <a:lvl2pPr lvl="1" algn="l">
              <a:spcBef>
                <a:spcPts val="0"/>
              </a:spcBef>
              <a:spcAft>
                <a:spcPts val="0"/>
              </a:spcAft>
              <a:buClr>
                <a:srgbClr val="0D425C"/>
              </a:buClr>
              <a:buSzPts val="1100"/>
              <a:buNone/>
              <a:defRPr>
                <a:solidFill>
                  <a:srgbClr val="0D425C"/>
                </a:solidFill>
              </a:defRPr>
            </a:lvl2pPr>
            <a:lvl3pPr lvl="2" algn="l">
              <a:spcBef>
                <a:spcPts val="0"/>
              </a:spcBef>
              <a:spcAft>
                <a:spcPts val="0"/>
              </a:spcAft>
              <a:buClr>
                <a:srgbClr val="0D425C"/>
              </a:buClr>
              <a:buSzPts val="1100"/>
              <a:buNone/>
              <a:defRPr>
                <a:solidFill>
                  <a:srgbClr val="0D425C"/>
                </a:solidFill>
              </a:defRPr>
            </a:lvl3pPr>
            <a:lvl4pPr lvl="3" algn="l">
              <a:spcBef>
                <a:spcPts val="0"/>
              </a:spcBef>
              <a:spcAft>
                <a:spcPts val="0"/>
              </a:spcAft>
              <a:buClr>
                <a:srgbClr val="0D425C"/>
              </a:buClr>
              <a:buSzPts val="1100"/>
              <a:buNone/>
              <a:defRPr>
                <a:solidFill>
                  <a:srgbClr val="0D425C"/>
                </a:solidFill>
              </a:defRPr>
            </a:lvl4pPr>
            <a:lvl5pPr lvl="4" algn="l">
              <a:spcBef>
                <a:spcPts val="0"/>
              </a:spcBef>
              <a:spcAft>
                <a:spcPts val="0"/>
              </a:spcAft>
              <a:buClr>
                <a:srgbClr val="0D425C"/>
              </a:buClr>
              <a:buSzPts val="1100"/>
              <a:buNone/>
              <a:defRPr>
                <a:solidFill>
                  <a:srgbClr val="0D425C"/>
                </a:solidFill>
              </a:defRPr>
            </a:lvl5pPr>
            <a:lvl6pPr lvl="5" algn="l">
              <a:spcBef>
                <a:spcPts val="0"/>
              </a:spcBef>
              <a:spcAft>
                <a:spcPts val="0"/>
              </a:spcAft>
              <a:buClr>
                <a:srgbClr val="0D425C"/>
              </a:buClr>
              <a:buSzPts val="1100"/>
              <a:buNone/>
              <a:defRPr>
                <a:solidFill>
                  <a:srgbClr val="0D425C"/>
                </a:solidFill>
              </a:defRPr>
            </a:lvl6pPr>
            <a:lvl7pPr lvl="6" algn="l">
              <a:spcBef>
                <a:spcPts val="0"/>
              </a:spcBef>
              <a:spcAft>
                <a:spcPts val="0"/>
              </a:spcAft>
              <a:buClr>
                <a:srgbClr val="0D425C"/>
              </a:buClr>
              <a:buSzPts val="1100"/>
              <a:buNone/>
              <a:defRPr>
                <a:solidFill>
                  <a:srgbClr val="0D425C"/>
                </a:solidFill>
              </a:defRPr>
            </a:lvl7pPr>
            <a:lvl8pPr lvl="7" algn="l">
              <a:spcBef>
                <a:spcPts val="0"/>
              </a:spcBef>
              <a:spcAft>
                <a:spcPts val="0"/>
              </a:spcAft>
              <a:buClr>
                <a:srgbClr val="0D425C"/>
              </a:buClr>
              <a:buSzPts val="1100"/>
              <a:buNone/>
              <a:defRPr>
                <a:solidFill>
                  <a:srgbClr val="0D425C"/>
                </a:solidFill>
              </a:defRPr>
            </a:lvl8pPr>
            <a:lvl9pPr lvl="8" algn="l">
              <a:spcBef>
                <a:spcPts val="0"/>
              </a:spcBef>
              <a:spcAft>
                <a:spcPts val="0"/>
              </a:spcAft>
              <a:buClr>
                <a:srgbClr val="0D425C"/>
              </a:buClr>
              <a:buSzPts val="1100"/>
              <a:buNone/>
              <a:defRPr>
                <a:solidFill>
                  <a:srgbClr val="0D425C"/>
                </a:solidFill>
              </a:defRPr>
            </a:lvl9pPr>
          </a:lstStyle>
          <a:p/>
        </p:txBody>
      </p:sp>
      <p:pic>
        <p:nvPicPr>
          <p:cNvPr id="161" name="Google Shape;161;p33"/>
          <p:cNvPicPr preferRelativeResize="0"/>
          <p:nvPr/>
        </p:nvPicPr>
        <p:blipFill rotWithShape="1">
          <a:blip r:embed="rId2">
            <a:alphaModFix/>
          </a:blip>
          <a:srcRect b="6863" l="0" r="0" t="7565"/>
          <a:stretch/>
        </p:blipFill>
        <p:spPr>
          <a:xfrm>
            <a:off x="2683544" y="2562225"/>
            <a:ext cx="2021000" cy="2581275"/>
          </a:xfrm>
          <a:custGeom>
            <a:rect b="b" l="l" r="r" t="t"/>
            <a:pathLst>
              <a:path extrusionOk="0" h="3441700" w="2694666">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a:noFill/>
          <a:ln>
            <a:noFill/>
          </a:ln>
        </p:spPr>
      </p:pic>
      <p:sp>
        <p:nvSpPr>
          <p:cNvPr id="162" name="Google Shape;162;p33"/>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row half 1" showMasterSp="0">
  <p:cSld name="Arrow half_1">
    <p:bg>
      <p:bgPr>
        <a:solidFill>
          <a:srgbClr val="0D425C"/>
        </a:solidFill>
      </p:bgPr>
    </p:bg>
    <p:spTree>
      <p:nvGrpSpPr>
        <p:cNvPr id="163" name="Shape 163"/>
        <p:cNvGrpSpPr/>
        <p:nvPr/>
      </p:nvGrpSpPr>
      <p:grpSpPr>
        <a:xfrm>
          <a:off x="0" y="0"/>
          <a:ext cx="0" cy="0"/>
          <a:chOff x="0" y="0"/>
          <a:chExt cx="0" cy="0"/>
        </a:xfrm>
      </p:grpSpPr>
      <p:sp>
        <p:nvSpPr>
          <p:cNvPr id="164" name="Google Shape;164;p34"/>
          <p:cNvSpPr txBox="1"/>
          <p:nvPr>
            <p:ph idx="10" type="dt"/>
          </p:nvPr>
        </p:nvSpPr>
        <p:spPr>
          <a:xfrm>
            <a:off x="43210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5" name="Google Shape;165;p34"/>
          <p:cNvSpPr/>
          <p:nvPr/>
        </p:nvSpPr>
        <p:spPr>
          <a:xfrm>
            <a:off x="0" y="0"/>
            <a:ext cx="4772700" cy="5143500"/>
          </a:xfrm>
          <a:prstGeom prst="homePlate">
            <a:avLst>
              <a:gd fmla="val 12939" name="adj"/>
            </a:avLst>
          </a:prstGeom>
          <a:solidFill>
            <a:schemeClr val="dk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166" name="Google Shape;166;p34"/>
          <p:cNvSpPr txBox="1"/>
          <p:nvPr>
            <p:ph type="title"/>
          </p:nvPr>
        </p:nvSpPr>
        <p:spPr>
          <a:xfrm>
            <a:off x="629841" y="431231"/>
            <a:ext cx="33480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i="0" sz="2100" u="none">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67" name="Google Shape;167;p34"/>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pic>
        <p:nvPicPr>
          <p:cNvPr id="168" name="Google Shape;168;p34"/>
          <p:cNvPicPr preferRelativeResize="0"/>
          <p:nvPr/>
        </p:nvPicPr>
        <p:blipFill rotWithShape="1">
          <a:blip r:embed="rId2">
            <a:alphaModFix/>
          </a:blip>
          <a:srcRect b="0" l="0" r="0" t="0"/>
          <a:stretch/>
        </p:blipFill>
        <p:spPr>
          <a:xfrm>
            <a:off x="4048355" y="2692205"/>
            <a:ext cx="1023938" cy="2537221"/>
          </a:xfrm>
          <a:custGeom>
            <a:rect b="b" l="l" r="r" t="t"/>
            <a:pathLst>
              <a:path extrusionOk="0" h="3382962" w="136525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arrow half 1" showMasterSp="0">
  <p:cSld name="Green arrow half_1">
    <p:bg>
      <p:bgPr>
        <a:solidFill>
          <a:schemeClr val="dk2"/>
        </a:solidFill>
      </p:bgPr>
    </p:bg>
    <p:spTree>
      <p:nvGrpSpPr>
        <p:cNvPr id="169" name="Shape 169"/>
        <p:cNvGrpSpPr/>
        <p:nvPr/>
      </p:nvGrpSpPr>
      <p:grpSpPr>
        <a:xfrm>
          <a:off x="0" y="0"/>
          <a:ext cx="0" cy="0"/>
          <a:chOff x="0" y="0"/>
          <a:chExt cx="0" cy="0"/>
        </a:xfrm>
      </p:grpSpPr>
      <p:sp>
        <p:nvSpPr>
          <p:cNvPr id="170" name="Google Shape;170;p35"/>
          <p:cNvSpPr/>
          <p:nvPr/>
        </p:nvSpPr>
        <p:spPr>
          <a:xfrm>
            <a:off x="0" y="0"/>
            <a:ext cx="4772700" cy="5143500"/>
          </a:xfrm>
          <a:prstGeom prst="homePlate">
            <a:avLst>
              <a:gd fmla="val 12939" name="adj"/>
            </a:avLst>
          </a:prstGeom>
          <a:solidFill>
            <a:srgbClr val="0D425C"/>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171" name="Google Shape;171;p35"/>
          <p:cNvSpPr txBox="1"/>
          <p:nvPr>
            <p:ph idx="10" type="dt"/>
          </p:nvPr>
        </p:nvSpPr>
        <p:spPr>
          <a:xfrm>
            <a:off x="4192053"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sz="8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172" name="Google Shape;172;p35"/>
          <p:cNvPicPr preferRelativeResize="0"/>
          <p:nvPr/>
        </p:nvPicPr>
        <p:blipFill rotWithShape="1">
          <a:blip r:embed="rId2">
            <a:alphaModFix/>
          </a:blip>
          <a:srcRect b="6861" l="0" r="0" t="9056"/>
          <a:stretch/>
        </p:blipFill>
        <p:spPr>
          <a:xfrm rot="125994">
            <a:off x="3347096" y="2557708"/>
            <a:ext cx="2022358" cy="2593853"/>
          </a:xfrm>
          <a:custGeom>
            <a:rect b="b" l="l" r="r" t="t"/>
            <a:pathLst>
              <a:path extrusionOk="0" h="3456551" w="2694666">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a:noFill/>
          <a:ln>
            <a:noFill/>
          </a:ln>
        </p:spPr>
      </p:pic>
      <p:sp>
        <p:nvSpPr>
          <p:cNvPr id="173" name="Google Shape;173;p35"/>
          <p:cNvSpPr txBox="1"/>
          <p:nvPr>
            <p:ph type="title"/>
          </p:nvPr>
        </p:nvSpPr>
        <p:spPr>
          <a:xfrm>
            <a:off x="629841" y="431231"/>
            <a:ext cx="33480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None/>
              <a:defRPr i="0" sz="2100" u="none">
                <a:solidFill>
                  <a:schemeClr val="lt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4" name="Google Shape;174;p35"/>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row two third" showMasterSp="0">
  <p:cSld name="Arrow two third">
    <p:bg>
      <p:bgPr>
        <a:solidFill>
          <a:srgbClr val="0D425C"/>
        </a:solidFill>
      </p:bgPr>
    </p:bg>
    <p:spTree>
      <p:nvGrpSpPr>
        <p:cNvPr id="175" name="Shape 175"/>
        <p:cNvGrpSpPr/>
        <p:nvPr/>
      </p:nvGrpSpPr>
      <p:grpSpPr>
        <a:xfrm>
          <a:off x="0" y="0"/>
          <a:ext cx="0" cy="0"/>
          <a:chOff x="0" y="0"/>
          <a:chExt cx="0" cy="0"/>
        </a:xfrm>
      </p:grpSpPr>
      <p:sp>
        <p:nvSpPr>
          <p:cNvPr id="176" name="Google Shape;176;p36"/>
          <p:cNvSpPr/>
          <p:nvPr/>
        </p:nvSpPr>
        <p:spPr>
          <a:xfrm>
            <a:off x="0" y="0"/>
            <a:ext cx="6334679" cy="5143500"/>
          </a:xfrm>
          <a:custGeom>
            <a:rect b="b" l="l" r="r" t="t"/>
            <a:pathLst>
              <a:path extrusionOk="0" h="6858000" w="8446239">
                <a:moveTo>
                  <a:pt x="0" y="0"/>
                </a:moveTo>
                <a:lnTo>
                  <a:pt x="7645979" y="0"/>
                </a:lnTo>
                <a:lnTo>
                  <a:pt x="8446239" y="3429000"/>
                </a:lnTo>
                <a:lnTo>
                  <a:pt x="7645979" y="6858000"/>
                </a:lnTo>
                <a:lnTo>
                  <a:pt x="0" y="6858000"/>
                </a:lnTo>
                <a:lnTo>
                  <a:pt x="0" y="0"/>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177" name="Google Shape;177;p36"/>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2pPr>
            <a:lvl3pPr lvl="2"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3pPr>
            <a:lvl4pPr lvl="3"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4pPr>
            <a:lvl5pPr lvl="4"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5pPr>
            <a:lvl6pPr lvl="5"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6pPr>
            <a:lvl7pPr lvl="6"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7pPr>
            <a:lvl8pPr lvl="7"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8pPr>
            <a:lvl9pPr lvl="8" algn="l">
              <a:spcBef>
                <a:spcPts val="0"/>
              </a:spcBef>
              <a:spcAft>
                <a:spcPts val="0"/>
              </a:spcAft>
              <a:buClr>
                <a:srgbClr val="0D425C"/>
              </a:buClr>
              <a:buSzPts val="1100"/>
              <a:buFont typeface="Inter Tight Light"/>
              <a:buNone/>
              <a:defRPr>
                <a:solidFill>
                  <a:srgbClr val="0D425C"/>
                </a:solidFill>
                <a:latin typeface="Inter Tight Light"/>
                <a:ea typeface="Inter Tight Light"/>
                <a:cs typeface="Inter Tight Light"/>
                <a:sym typeface="Inter Tight Light"/>
              </a:defRPr>
            </a:lvl9pPr>
          </a:lstStyle>
          <a:p/>
        </p:txBody>
      </p:sp>
      <p:pic>
        <p:nvPicPr>
          <p:cNvPr id="178" name="Google Shape;178;p36"/>
          <p:cNvPicPr preferRelativeResize="0"/>
          <p:nvPr/>
        </p:nvPicPr>
        <p:blipFill rotWithShape="1">
          <a:blip r:embed="rId2">
            <a:alphaModFix/>
          </a:blip>
          <a:srcRect b="0" l="0" r="0" t="0"/>
          <a:stretch/>
        </p:blipFill>
        <p:spPr>
          <a:xfrm>
            <a:off x="5617754" y="2692205"/>
            <a:ext cx="1023938" cy="2537221"/>
          </a:xfrm>
          <a:custGeom>
            <a:rect b="b" l="l" r="r" t="t"/>
            <a:pathLst>
              <a:path extrusionOk="0" h="3382962" w="1365250">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ln>
            <a:noFill/>
          </a:ln>
        </p:spPr>
      </p:pic>
      <p:sp>
        <p:nvSpPr>
          <p:cNvPr id="179" name="Google Shape;179;p36"/>
          <p:cNvSpPr txBox="1"/>
          <p:nvPr>
            <p:ph type="title"/>
          </p:nvPr>
        </p:nvSpPr>
        <p:spPr>
          <a:xfrm>
            <a:off x="629841" y="431231"/>
            <a:ext cx="45354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None/>
              <a:defRPr i="0" sz="2100" u="none">
                <a:solidFill>
                  <a:schemeClr val="dk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0" name="Google Shape;180;p36"/>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en arrow two third" showMasterSp="0">
  <p:cSld name="Green arrow two third">
    <p:bg>
      <p:bgPr>
        <a:solidFill>
          <a:schemeClr val="dk2"/>
        </a:solidFill>
      </p:bgPr>
    </p:bg>
    <p:spTree>
      <p:nvGrpSpPr>
        <p:cNvPr id="181" name="Shape 181"/>
        <p:cNvGrpSpPr/>
        <p:nvPr/>
      </p:nvGrpSpPr>
      <p:grpSpPr>
        <a:xfrm>
          <a:off x="0" y="0"/>
          <a:ext cx="0" cy="0"/>
          <a:chOff x="0" y="0"/>
          <a:chExt cx="0" cy="0"/>
        </a:xfrm>
      </p:grpSpPr>
      <p:sp>
        <p:nvSpPr>
          <p:cNvPr id="182" name="Google Shape;182;p37"/>
          <p:cNvSpPr/>
          <p:nvPr/>
        </p:nvSpPr>
        <p:spPr>
          <a:xfrm>
            <a:off x="0" y="0"/>
            <a:ext cx="6334679" cy="5143500"/>
          </a:xfrm>
          <a:custGeom>
            <a:rect b="b" l="l" r="r" t="t"/>
            <a:pathLst>
              <a:path extrusionOk="0" h="6858000" w="8446239">
                <a:moveTo>
                  <a:pt x="0" y="0"/>
                </a:moveTo>
                <a:lnTo>
                  <a:pt x="7645979" y="0"/>
                </a:lnTo>
                <a:lnTo>
                  <a:pt x="8446239" y="3429000"/>
                </a:lnTo>
                <a:lnTo>
                  <a:pt x="7645979" y="6858000"/>
                </a:lnTo>
                <a:lnTo>
                  <a:pt x="0" y="6858000"/>
                </a:lnTo>
                <a:lnTo>
                  <a:pt x="0" y="0"/>
                </a:lnTo>
                <a:close/>
              </a:path>
            </a:pathLst>
          </a:custGeom>
          <a:solidFill>
            <a:srgbClr val="0D425C"/>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183" name="Google Shape;183;p37"/>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sz="800">
                <a:solidFill>
                  <a:schemeClr val="lt2"/>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184" name="Google Shape;184;p37"/>
          <p:cNvPicPr preferRelativeResize="0"/>
          <p:nvPr/>
        </p:nvPicPr>
        <p:blipFill rotWithShape="1">
          <a:blip r:embed="rId2">
            <a:alphaModFix/>
          </a:blip>
          <a:srcRect b="6861" l="0" r="0" t="9056"/>
          <a:stretch/>
        </p:blipFill>
        <p:spPr>
          <a:xfrm rot="125994">
            <a:off x="4927688" y="2557708"/>
            <a:ext cx="2022358" cy="2593853"/>
          </a:xfrm>
          <a:custGeom>
            <a:rect b="b" l="l" r="r" t="t"/>
            <a:pathLst>
              <a:path extrusionOk="0" h="3456551" w="2694666">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a:noFill/>
          <a:ln>
            <a:noFill/>
          </a:ln>
        </p:spPr>
      </p:pic>
      <p:sp>
        <p:nvSpPr>
          <p:cNvPr id="185" name="Google Shape;185;p37"/>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
        <p:nvSpPr>
          <p:cNvPr id="186" name="Google Shape;186;p37"/>
          <p:cNvSpPr txBox="1"/>
          <p:nvPr>
            <p:ph type="title"/>
          </p:nvPr>
        </p:nvSpPr>
        <p:spPr>
          <a:xfrm>
            <a:off x="629841" y="431231"/>
            <a:ext cx="45354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None/>
              <a:defRPr i="0" sz="2100" u="none">
                <a:solidFill>
                  <a:schemeClr val="lt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green" showMasterSp="0">
  <p:cSld name="Big statement green">
    <p:bg>
      <p:bgPr>
        <a:solidFill>
          <a:srgbClr val="0D425C"/>
        </a:solidFill>
      </p:bgPr>
    </p:bg>
    <p:spTree>
      <p:nvGrpSpPr>
        <p:cNvPr id="187" name="Shape 187"/>
        <p:cNvGrpSpPr/>
        <p:nvPr/>
      </p:nvGrpSpPr>
      <p:grpSpPr>
        <a:xfrm>
          <a:off x="0" y="0"/>
          <a:ext cx="0" cy="0"/>
          <a:chOff x="0" y="0"/>
          <a:chExt cx="0" cy="0"/>
        </a:xfrm>
      </p:grpSpPr>
      <p:sp>
        <p:nvSpPr>
          <p:cNvPr id="188" name="Google Shape;188;p38"/>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defRPr>
            </a:lvl1pPr>
            <a:lvl2pPr lvl="1" algn="l">
              <a:spcBef>
                <a:spcPts val="0"/>
              </a:spcBef>
              <a:spcAft>
                <a:spcPts val="0"/>
              </a:spcAft>
              <a:buSzPts val="1100"/>
              <a:buFont typeface="Inter Tight Light"/>
              <a:buNone/>
              <a:defRPr>
                <a:latin typeface="Inter Tight Light"/>
                <a:ea typeface="Inter Tight Light"/>
                <a:cs typeface="Inter Tight Light"/>
                <a:sym typeface="Inter Tight Light"/>
              </a:defRPr>
            </a:lvl2pPr>
            <a:lvl3pPr lvl="2" algn="l">
              <a:spcBef>
                <a:spcPts val="0"/>
              </a:spcBef>
              <a:spcAft>
                <a:spcPts val="0"/>
              </a:spcAft>
              <a:buSzPts val="1100"/>
              <a:buFont typeface="Inter Tight Light"/>
              <a:buNone/>
              <a:defRPr>
                <a:latin typeface="Inter Tight Light"/>
                <a:ea typeface="Inter Tight Light"/>
                <a:cs typeface="Inter Tight Light"/>
                <a:sym typeface="Inter Tight Light"/>
              </a:defRPr>
            </a:lvl3pPr>
            <a:lvl4pPr lvl="3" algn="l">
              <a:spcBef>
                <a:spcPts val="0"/>
              </a:spcBef>
              <a:spcAft>
                <a:spcPts val="0"/>
              </a:spcAft>
              <a:buSzPts val="1100"/>
              <a:buFont typeface="Inter Tight Light"/>
              <a:buNone/>
              <a:defRPr>
                <a:latin typeface="Inter Tight Light"/>
                <a:ea typeface="Inter Tight Light"/>
                <a:cs typeface="Inter Tight Light"/>
                <a:sym typeface="Inter Tight Light"/>
              </a:defRPr>
            </a:lvl4pPr>
            <a:lvl5pPr lvl="4" algn="l">
              <a:spcBef>
                <a:spcPts val="0"/>
              </a:spcBef>
              <a:spcAft>
                <a:spcPts val="0"/>
              </a:spcAft>
              <a:buSzPts val="1100"/>
              <a:buFont typeface="Inter Tight Light"/>
              <a:buNone/>
              <a:defRPr>
                <a:latin typeface="Inter Tight Light"/>
                <a:ea typeface="Inter Tight Light"/>
                <a:cs typeface="Inter Tight Light"/>
                <a:sym typeface="Inter Tight Light"/>
              </a:defRPr>
            </a:lvl5pPr>
            <a:lvl6pPr lvl="5" algn="l">
              <a:spcBef>
                <a:spcPts val="0"/>
              </a:spcBef>
              <a:spcAft>
                <a:spcPts val="0"/>
              </a:spcAft>
              <a:buSzPts val="1100"/>
              <a:buFont typeface="Inter Tight Light"/>
              <a:buNone/>
              <a:defRPr>
                <a:latin typeface="Inter Tight Light"/>
                <a:ea typeface="Inter Tight Light"/>
                <a:cs typeface="Inter Tight Light"/>
                <a:sym typeface="Inter Tight Light"/>
              </a:defRPr>
            </a:lvl6pPr>
            <a:lvl7pPr lvl="6" algn="l">
              <a:spcBef>
                <a:spcPts val="0"/>
              </a:spcBef>
              <a:spcAft>
                <a:spcPts val="0"/>
              </a:spcAft>
              <a:buSzPts val="1100"/>
              <a:buFont typeface="Inter Tight Light"/>
              <a:buNone/>
              <a:defRPr>
                <a:latin typeface="Inter Tight Light"/>
                <a:ea typeface="Inter Tight Light"/>
                <a:cs typeface="Inter Tight Light"/>
                <a:sym typeface="Inter Tight Light"/>
              </a:defRPr>
            </a:lvl7pPr>
            <a:lvl8pPr lvl="7" algn="l">
              <a:spcBef>
                <a:spcPts val="0"/>
              </a:spcBef>
              <a:spcAft>
                <a:spcPts val="0"/>
              </a:spcAft>
              <a:buSzPts val="1100"/>
              <a:buFont typeface="Inter Tight Light"/>
              <a:buNone/>
              <a:defRPr>
                <a:latin typeface="Inter Tight Light"/>
                <a:ea typeface="Inter Tight Light"/>
                <a:cs typeface="Inter Tight Light"/>
                <a:sym typeface="Inter Tight Light"/>
              </a:defRPr>
            </a:lvl8pPr>
            <a:lvl9pPr lvl="8" algn="l">
              <a:spcBef>
                <a:spcPts val="0"/>
              </a:spcBef>
              <a:spcAft>
                <a:spcPts val="0"/>
              </a:spcAft>
              <a:buSzPts val="1100"/>
              <a:buFont typeface="Inter Tight Light"/>
              <a:buNone/>
              <a:defRPr>
                <a:latin typeface="Inter Tight Light"/>
                <a:ea typeface="Inter Tight Light"/>
                <a:cs typeface="Inter Tight Light"/>
                <a:sym typeface="Inter Tight Light"/>
              </a:defRPr>
            </a:lvl9pPr>
          </a:lstStyle>
          <a:p/>
        </p:txBody>
      </p:sp>
      <p:sp>
        <p:nvSpPr>
          <p:cNvPr id="189" name="Google Shape;189;p38"/>
          <p:cNvSpPr txBox="1"/>
          <p:nvPr>
            <p:ph type="title"/>
          </p:nvPr>
        </p:nvSpPr>
        <p:spPr>
          <a:xfrm>
            <a:off x="629842" y="2869750"/>
            <a:ext cx="7885500" cy="1204800"/>
          </a:xfrm>
          <a:prstGeom prst="rect">
            <a:avLst/>
          </a:prstGeom>
          <a:noFill/>
          <a:ln>
            <a:noFill/>
          </a:ln>
        </p:spPr>
        <p:txBody>
          <a:bodyPr anchorCtr="0" anchor="b" bIns="0" lIns="0" spcFirstLastPara="1" rIns="0" wrap="square" tIns="0">
            <a:noAutofit/>
          </a:bodyPr>
          <a:lstStyle>
            <a:lvl1pPr lvl="0" algn="l">
              <a:lnSpc>
                <a:spcPct val="111111"/>
              </a:lnSpc>
              <a:spcBef>
                <a:spcPts val="0"/>
              </a:spcBef>
              <a:spcAft>
                <a:spcPts val="0"/>
              </a:spcAft>
              <a:buClr>
                <a:schemeClr val="lt1"/>
              </a:buClr>
              <a:buSzPts val="4100"/>
              <a:buNone/>
              <a:defRPr sz="41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0" name="Google Shape;190;p38"/>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icon">
  <p:cSld name="Big statement icon">
    <p:bg>
      <p:bgPr>
        <a:solidFill>
          <a:schemeClr val="dk2"/>
        </a:solidFill>
      </p:bgPr>
    </p:bg>
    <p:spTree>
      <p:nvGrpSpPr>
        <p:cNvPr id="191" name="Shape 191"/>
        <p:cNvGrpSpPr/>
        <p:nvPr/>
      </p:nvGrpSpPr>
      <p:grpSpPr>
        <a:xfrm>
          <a:off x="0" y="0"/>
          <a:ext cx="0" cy="0"/>
          <a:chOff x="0" y="0"/>
          <a:chExt cx="0" cy="0"/>
        </a:xfrm>
      </p:grpSpPr>
      <p:sp>
        <p:nvSpPr>
          <p:cNvPr id="192" name="Google Shape;192;p39"/>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3" name="Google Shape;193;p39"/>
          <p:cNvSpPr/>
          <p:nvPr/>
        </p:nvSpPr>
        <p:spPr>
          <a:xfrm>
            <a:off x="629842" y="469106"/>
            <a:ext cx="699600" cy="699600"/>
          </a:xfrm>
          <a:prstGeom prst="rect">
            <a:avLst/>
          </a:prstGeom>
          <a:noFill/>
          <a:ln cap="flat" cmpd="sng" w="8075">
            <a:solidFill>
              <a:srgbClr val="0D425C"/>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rPr lang="en-GB" sz="900">
                <a:solidFill>
                  <a:schemeClr val="lt1"/>
                </a:solidFill>
                <a:latin typeface="Century Gothic"/>
                <a:ea typeface="Century Gothic"/>
                <a:cs typeface="Century Gothic"/>
                <a:sym typeface="Century Gothic"/>
              </a:rPr>
              <a:t>````</a:t>
            </a:r>
            <a:endParaRPr sz="900">
              <a:solidFill>
                <a:schemeClr val="lt1"/>
              </a:solidFill>
              <a:latin typeface="Century Gothic"/>
              <a:ea typeface="Century Gothic"/>
              <a:cs typeface="Century Gothic"/>
              <a:sym typeface="Century Gothic"/>
            </a:endParaRPr>
          </a:p>
        </p:txBody>
      </p:sp>
      <p:sp>
        <p:nvSpPr>
          <p:cNvPr id="194" name="Google Shape;194;p39"/>
          <p:cNvSpPr txBox="1"/>
          <p:nvPr>
            <p:ph type="title"/>
          </p:nvPr>
        </p:nvSpPr>
        <p:spPr>
          <a:xfrm>
            <a:off x="629842" y="2869750"/>
            <a:ext cx="7885500" cy="1204800"/>
          </a:xfrm>
          <a:prstGeom prst="rect">
            <a:avLst/>
          </a:prstGeom>
          <a:noFill/>
          <a:ln>
            <a:noFill/>
          </a:ln>
        </p:spPr>
        <p:txBody>
          <a:bodyPr anchorCtr="0" anchor="b" bIns="0" lIns="0" spcFirstLastPara="1" rIns="0" wrap="square" tIns="0">
            <a:noAutofit/>
          </a:bodyPr>
          <a:lstStyle>
            <a:lvl1pPr lvl="0" algn="l">
              <a:lnSpc>
                <a:spcPct val="111111"/>
              </a:lnSpc>
              <a:spcBef>
                <a:spcPts val="0"/>
              </a:spcBef>
              <a:spcAft>
                <a:spcPts val="0"/>
              </a:spcAft>
              <a:buClr>
                <a:srgbClr val="0D425C"/>
              </a:buClr>
              <a:buSzPts val="4100"/>
              <a:buNone/>
              <a:defRPr sz="4100">
                <a:solidFill>
                  <a:srgbClr val="0D425C"/>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howMasterSp="0">
  <p:cSld name="Quote">
    <p:bg>
      <p:bgPr>
        <a:solidFill>
          <a:srgbClr val="072F46"/>
        </a:solidFill>
      </p:bgPr>
    </p:bg>
    <p:spTree>
      <p:nvGrpSpPr>
        <p:cNvPr id="195" name="Shape 195"/>
        <p:cNvGrpSpPr/>
        <p:nvPr/>
      </p:nvGrpSpPr>
      <p:grpSpPr>
        <a:xfrm>
          <a:off x="0" y="0"/>
          <a:ext cx="0" cy="0"/>
          <a:chOff x="0" y="0"/>
          <a:chExt cx="0" cy="0"/>
        </a:xfrm>
      </p:grpSpPr>
      <p:pic>
        <p:nvPicPr>
          <p:cNvPr id="196" name="Google Shape;196;p40"/>
          <p:cNvPicPr preferRelativeResize="0"/>
          <p:nvPr/>
        </p:nvPicPr>
        <p:blipFill rotWithShape="1">
          <a:blip r:embed="rId2">
            <a:alphaModFix/>
          </a:blip>
          <a:srcRect b="1254" l="0" r="3633" t="0"/>
          <a:stretch/>
        </p:blipFill>
        <p:spPr>
          <a:xfrm flipH="1" rot="-5400000">
            <a:off x="5098096" y="76082"/>
            <a:ext cx="576943" cy="7514866"/>
          </a:xfrm>
          <a:custGeom>
            <a:rect b="b" l="l" r="r" t="t"/>
            <a:pathLst>
              <a:path extrusionOk="0" h="10019821" w="769257">
                <a:moveTo>
                  <a:pt x="0" y="0"/>
                </a:moveTo>
                <a:lnTo>
                  <a:pt x="0" y="4631160"/>
                </a:lnTo>
                <a:lnTo>
                  <a:pt x="216750" y="999646"/>
                </a:lnTo>
                <a:lnTo>
                  <a:pt x="197800" y="10019821"/>
                </a:lnTo>
                <a:lnTo>
                  <a:pt x="769257" y="10019821"/>
                </a:lnTo>
                <a:lnTo>
                  <a:pt x="769257" y="0"/>
                </a:lnTo>
                <a:close/>
              </a:path>
            </a:pathLst>
          </a:custGeom>
          <a:noFill/>
          <a:ln>
            <a:noFill/>
          </a:ln>
        </p:spPr>
      </p:pic>
      <p:sp>
        <p:nvSpPr>
          <p:cNvPr id="197" name="Google Shape;197;p40"/>
          <p:cNvSpPr/>
          <p:nvPr/>
        </p:nvSpPr>
        <p:spPr>
          <a:xfrm flipH="1">
            <a:off x="0" y="0"/>
            <a:ext cx="9144000" cy="4400501"/>
          </a:xfrm>
          <a:custGeom>
            <a:rect b="b" l="l" r="r" t="t"/>
            <a:pathLst>
              <a:path extrusionOk="0" h="5867335" w="12192000">
                <a:moveTo>
                  <a:pt x="12192000" y="0"/>
                </a:moveTo>
                <a:lnTo>
                  <a:pt x="0" y="0"/>
                </a:lnTo>
                <a:lnTo>
                  <a:pt x="0" y="4945992"/>
                </a:lnTo>
                <a:lnTo>
                  <a:pt x="9041587" y="4945992"/>
                </a:lnTo>
                <a:lnTo>
                  <a:pt x="9974275" y="5867335"/>
                </a:lnTo>
                <a:lnTo>
                  <a:pt x="9974275" y="4945992"/>
                </a:lnTo>
                <a:lnTo>
                  <a:pt x="12192000" y="4945992"/>
                </a:lnTo>
                <a:close/>
              </a:path>
            </a:pathLst>
          </a:custGeom>
          <a:solidFill>
            <a:srgbClr val="0D425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198" name="Google Shape;198;p40"/>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cial gray" showMasterSp="0">
  <p:cSld name="Special gray">
    <p:bg>
      <p:bgPr>
        <a:solidFill>
          <a:srgbClr val="2C2C2C"/>
        </a:solidFill>
      </p:bgPr>
    </p:bg>
    <p:spTree>
      <p:nvGrpSpPr>
        <p:cNvPr id="199" name="Shape 199"/>
        <p:cNvGrpSpPr/>
        <p:nvPr/>
      </p:nvGrpSpPr>
      <p:grpSpPr>
        <a:xfrm>
          <a:off x="0" y="0"/>
          <a:ext cx="0" cy="0"/>
          <a:chOff x="0" y="0"/>
          <a:chExt cx="0" cy="0"/>
        </a:xfrm>
      </p:grpSpPr>
      <p:sp>
        <p:nvSpPr>
          <p:cNvPr id="200" name="Google Shape;200;p41"/>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1" name="Google Shape;201;p41"/>
          <p:cNvSpPr txBox="1"/>
          <p:nvPr>
            <p:ph type="title"/>
          </p:nvPr>
        </p:nvSpPr>
        <p:spPr>
          <a:xfrm>
            <a:off x="629841" y="431231"/>
            <a:ext cx="71748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None/>
              <a:defRPr>
                <a:solidFill>
                  <a:schemeClr val="lt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02" name="Google Shape;202;p41"/>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dk2"/>
        </a:solidFill>
      </p:bgPr>
    </p:bg>
    <p:spTree>
      <p:nvGrpSpPr>
        <p:cNvPr id="203" name="Shape 203"/>
        <p:cNvGrpSpPr/>
        <p:nvPr/>
      </p:nvGrpSpPr>
      <p:grpSpPr>
        <a:xfrm>
          <a:off x="0" y="0"/>
          <a:ext cx="0" cy="0"/>
          <a:chOff x="0" y="0"/>
          <a:chExt cx="0" cy="0"/>
        </a:xfrm>
      </p:grpSpPr>
      <p:sp>
        <p:nvSpPr>
          <p:cNvPr id="204" name="Google Shape;204;p42"/>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green" showMasterSp="0">
  <p:cSld name="Blank green">
    <p:bg>
      <p:bgPr>
        <a:gradFill>
          <a:gsLst>
            <a:gs pos="0">
              <a:srgbClr val="FF5F2C"/>
            </a:gs>
            <a:gs pos="100000">
              <a:srgbClr val="E03600"/>
            </a:gs>
          </a:gsLst>
          <a:lin ang="8100019" scaled="0"/>
        </a:gradFill>
      </p:bgPr>
    </p:bg>
    <p:spTree>
      <p:nvGrpSpPr>
        <p:cNvPr id="205" name="Shape 205"/>
        <p:cNvGrpSpPr/>
        <p:nvPr/>
      </p:nvGrpSpPr>
      <p:grpSpPr>
        <a:xfrm>
          <a:off x="0" y="0"/>
          <a:ext cx="0" cy="0"/>
          <a:chOff x="0" y="0"/>
          <a:chExt cx="0" cy="0"/>
        </a:xfrm>
      </p:grpSpPr>
      <p:sp>
        <p:nvSpPr>
          <p:cNvPr id="206" name="Google Shape;206;p43"/>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7" name="Google Shape;207;p43"/>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p:cSld name="Disclaimer">
    <p:bg>
      <p:bgPr>
        <a:solidFill>
          <a:schemeClr val="dk2"/>
        </a:solidFill>
      </p:bgPr>
    </p:bg>
    <p:spTree>
      <p:nvGrpSpPr>
        <p:cNvPr id="208" name="Shape 208"/>
        <p:cNvGrpSpPr/>
        <p:nvPr/>
      </p:nvGrpSpPr>
      <p:grpSpPr>
        <a:xfrm>
          <a:off x="0" y="0"/>
          <a:ext cx="0" cy="0"/>
          <a:chOff x="0" y="0"/>
          <a:chExt cx="0" cy="0"/>
        </a:xfrm>
      </p:grpSpPr>
      <p:sp>
        <p:nvSpPr>
          <p:cNvPr id="209" name="Google Shape;209;p44"/>
          <p:cNvSpPr txBox="1"/>
          <p:nvPr>
            <p:ph idx="1" type="body"/>
          </p:nvPr>
        </p:nvSpPr>
        <p:spPr>
          <a:xfrm>
            <a:off x="3766369" y="1248192"/>
            <a:ext cx="4656900" cy="2493000"/>
          </a:xfrm>
          <a:prstGeom prst="rect">
            <a:avLst/>
          </a:prstGeom>
          <a:noFill/>
          <a:ln>
            <a:noFill/>
          </a:ln>
        </p:spPr>
        <p:txBody>
          <a:bodyPr anchorCtr="0" anchor="t" bIns="0" lIns="0" spcFirstLastPara="1" rIns="0" wrap="square" tIns="0">
            <a:noAutofit/>
          </a:bodyPr>
          <a:lstStyle>
            <a:lvl1pPr indent="-273050" lvl="0" marL="457200" algn="l">
              <a:lnSpc>
                <a:spcPct val="110000"/>
              </a:lnSpc>
              <a:spcBef>
                <a:spcPts val="500"/>
              </a:spcBef>
              <a:spcAft>
                <a:spcPts val="0"/>
              </a:spcAft>
              <a:buClr>
                <a:schemeClr val="dk1"/>
              </a:buClr>
              <a:buSzPts val="700"/>
              <a:buChar char="​"/>
              <a:defRPr sz="700">
                <a:latin typeface="Century Gothic"/>
                <a:ea typeface="Century Gothic"/>
                <a:cs typeface="Century Gothic"/>
                <a:sym typeface="Century Gothic"/>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
        <p:nvSpPr>
          <p:cNvPr id="210" name="Google Shape;210;p44"/>
          <p:cNvSpPr txBox="1"/>
          <p:nvPr/>
        </p:nvSpPr>
        <p:spPr>
          <a:xfrm>
            <a:off x="629842" y="2286938"/>
            <a:ext cx="2249100" cy="4155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accent1"/>
              </a:buClr>
              <a:buSzPts val="3000"/>
              <a:buFont typeface="Century Gothic"/>
              <a:buNone/>
            </a:pPr>
            <a:r>
              <a:rPr b="1" lang="en-GB" sz="3000">
                <a:solidFill>
                  <a:schemeClr val="accent1"/>
                </a:solidFill>
                <a:latin typeface="Century Gothic"/>
                <a:ea typeface="Century Gothic"/>
                <a:cs typeface="Century Gothic"/>
                <a:sym typeface="Century Gothic"/>
              </a:rPr>
              <a:t>Disclaimer</a:t>
            </a:r>
            <a:endParaRPr sz="1100"/>
          </a:p>
        </p:txBody>
      </p:sp>
      <p:cxnSp>
        <p:nvCxnSpPr>
          <p:cNvPr id="211" name="Google Shape;211;p44"/>
          <p:cNvCxnSpPr/>
          <p:nvPr/>
        </p:nvCxnSpPr>
        <p:spPr>
          <a:xfrm>
            <a:off x="3275924" y="1222639"/>
            <a:ext cx="0" cy="2544000"/>
          </a:xfrm>
          <a:prstGeom prst="straightConnector1">
            <a:avLst/>
          </a:prstGeom>
          <a:noFill/>
          <a:ln cap="flat" cmpd="sng" w="7150">
            <a:solidFill>
              <a:schemeClr val="accent1"/>
            </a:solidFill>
            <a:prstDash val="solid"/>
            <a:miter lim="800000"/>
            <a:headEnd len="sm" w="sm" type="none"/>
            <a:tailEnd len="sm" w="sm" type="none"/>
          </a:ln>
        </p:spPr>
      </p:cxnSp>
      <p:sp>
        <p:nvSpPr>
          <p:cNvPr id="212" name="Google Shape;212;p44"/>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guide">
  <p:cSld name="Layout guide">
    <p:bg>
      <p:bgPr>
        <a:solidFill>
          <a:schemeClr val="dk2"/>
        </a:solidFill>
      </p:bgPr>
    </p:bg>
    <p:spTree>
      <p:nvGrpSpPr>
        <p:cNvPr id="213" name="Shape 213"/>
        <p:cNvGrpSpPr/>
        <p:nvPr/>
      </p:nvGrpSpPr>
      <p:grpSpPr>
        <a:xfrm>
          <a:off x="0" y="0"/>
          <a:ext cx="0" cy="0"/>
          <a:chOff x="0" y="0"/>
          <a:chExt cx="0" cy="0"/>
        </a:xfrm>
      </p:grpSpPr>
      <p:sp>
        <p:nvSpPr>
          <p:cNvPr id="214" name="Google Shape;214;p45"/>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grpSp>
        <p:nvGrpSpPr>
          <p:cNvPr id="215" name="Google Shape;215;p45"/>
          <p:cNvGrpSpPr/>
          <p:nvPr/>
        </p:nvGrpSpPr>
        <p:grpSpPr>
          <a:xfrm>
            <a:off x="-606" y="-1"/>
            <a:ext cx="9145506" cy="5143502"/>
            <a:chOff x="-808" y="-1"/>
            <a:chExt cx="12194008" cy="6858002"/>
          </a:xfrm>
        </p:grpSpPr>
        <p:sp>
          <p:nvSpPr>
            <p:cNvPr id="216" name="Google Shape;216;p45"/>
            <p:cNvSpPr/>
            <p:nvPr/>
          </p:nvSpPr>
          <p:spPr>
            <a:xfrm>
              <a:off x="-600" y="0"/>
              <a:ext cx="12193204" cy="6858001"/>
            </a:xfrm>
            <a:custGeom>
              <a:rect b="b" l="l" r="r" t="t"/>
              <a:pathLst>
                <a:path extrusionOk="0" h="3396" w="602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entury Gothic"/>
                <a:buNone/>
              </a:pPr>
              <a:r>
                <a:t/>
              </a:r>
              <a:endParaRPr b="0" i="0" sz="1400" u="none" cap="none" strike="noStrike">
                <a:solidFill>
                  <a:srgbClr val="575757"/>
                </a:solidFill>
                <a:latin typeface="Century Gothic"/>
                <a:ea typeface="Century Gothic"/>
                <a:cs typeface="Century Gothic"/>
                <a:sym typeface="Century Gothic"/>
              </a:endParaRPr>
            </a:p>
          </p:txBody>
        </p:sp>
        <p:sp>
          <p:nvSpPr>
            <p:cNvPr id="217" name="Google Shape;217;p45"/>
            <p:cNvSpPr/>
            <p:nvPr/>
          </p:nvSpPr>
          <p:spPr>
            <a:xfrm>
              <a:off x="0" y="-1"/>
              <a:ext cx="12193200" cy="6858000"/>
            </a:xfrm>
            <a:custGeom>
              <a:rect b="b" l="l" r="r" t="t"/>
              <a:pathLst>
                <a:path extrusionOk="0" h="6858000" w="12193200">
                  <a:moveTo>
                    <a:pt x="839789" y="574976"/>
                  </a:moveTo>
                  <a:lnTo>
                    <a:pt x="839789" y="6224034"/>
                  </a:lnTo>
                  <a:lnTo>
                    <a:pt x="11353802" y="6224034"/>
                  </a:lnTo>
                  <a:lnTo>
                    <a:pt x="11353802" y="574976"/>
                  </a:lnTo>
                  <a:close/>
                  <a:moveTo>
                    <a:pt x="0" y="0"/>
                  </a:moveTo>
                  <a:lnTo>
                    <a:pt x="12193200" y="0"/>
                  </a:lnTo>
                  <a:lnTo>
                    <a:pt x="12193200" y="6858000"/>
                  </a:lnTo>
                  <a:lnTo>
                    <a:pt x="0" y="6858000"/>
                  </a:lnTo>
                  <a:close/>
                </a:path>
              </a:pathLst>
            </a:custGeom>
            <a:solidFill>
              <a:schemeClr val="accent2">
                <a:alpha val="471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grpSp>
          <p:nvGrpSpPr>
            <p:cNvPr id="218" name="Google Shape;218;p45"/>
            <p:cNvGrpSpPr/>
            <p:nvPr/>
          </p:nvGrpSpPr>
          <p:grpSpPr>
            <a:xfrm>
              <a:off x="-808" y="574956"/>
              <a:ext cx="12192907" cy="5233383"/>
              <a:chOff x="12623800" y="622800"/>
              <a:chExt cx="11175900" cy="5536800"/>
            </a:xfrm>
          </p:grpSpPr>
          <p:cxnSp>
            <p:nvCxnSpPr>
              <p:cNvPr id="219" name="Google Shape;219;p45"/>
              <p:cNvCxnSpPr/>
              <p:nvPr/>
            </p:nvCxnSpPr>
            <p:spPr>
              <a:xfrm>
                <a:off x="12623800" y="622800"/>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20" name="Google Shape;220;p45"/>
              <p:cNvCxnSpPr/>
              <p:nvPr/>
            </p:nvCxnSpPr>
            <p:spPr>
              <a:xfrm>
                <a:off x="12623800" y="914211"/>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21" name="Google Shape;221;p45"/>
              <p:cNvCxnSpPr/>
              <p:nvPr/>
            </p:nvCxnSpPr>
            <p:spPr>
              <a:xfrm>
                <a:off x="12623800" y="1205622"/>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22" name="Google Shape;222;p45"/>
              <p:cNvCxnSpPr/>
              <p:nvPr/>
            </p:nvCxnSpPr>
            <p:spPr>
              <a:xfrm>
                <a:off x="12623800" y="1497600"/>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23" name="Google Shape;223;p45"/>
              <p:cNvCxnSpPr/>
              <p:nvPr/>
            </p:nvCxnSpPr>
            <p:spPr>
              <a:xfrm>
                <a:off x="12623800" y="1788444"/>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24" name="Google Shape;224;p45"/>
              <p:cNvCxnSpPr/>
              <p:nvPr/>
            </p:nvCxnSpPr>
            <p:spPr>
              <a:xfrm>
                <a:off x="12623800" y="2079855"/>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25" name="Google Shape;225;p45"/>
              <p:cNvCxnSpPr/>
              <p:nvPr/>
            </p:nvCxnSpPr>
            <p:spPr>
              <a:xfrm>
                <a:off x="12623800" y="2371266"/>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26" name="Google Shape;226;p45"/>
              <p:cNvCxnSpPr/>
              <p:nvPr/>
            </p:nvCxnSpPr>
            <p:spPr>
              <a:xfrm>
                <a:off x="12623800" y="2662677"/>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27" name="Google Shape;227;p45"/>
              <p:cNvCxnSpPr/>
              <p:nvPr/>
            </p:nvCxnSpPr>
            <p:spPr>
              <a:xfrm>
                <a:off x="12623800" y="2954088"/>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28" name="Google Shape;228;p45"/>
              <p:cNvCxnSpPr/>
              <p:nvPr/>
            </p:nvCxnSpPr>
            <p:spPr>
              <a:xfrm>
                <a:off x="12623800" y="3245499"/>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29" name="Google Shape;229;p45"/>
              <p:cNvCxnSpPr/>
              <p:nvPr/>
            </p:nvCxnSpPr>
            <p:spPr>
              <a:xfrm>
                <a:off x="12623800" y="3536910"/>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30" name="Google Shape;230;p45"/>
              <p:cNvCxnSpPr/>
              <p:nvPr/>
            </p:nvCxnSpPr>
            <p:spPr>
              <a:xfrm>
                <a:off x="12623800" y="3828321"/>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31" name="Google Shape;231;p45"/>
              <p:cNvCxnSpPr/>
              <p:nvPr/>
            </p:nvCxnSpPr>
            <p:spPr>
              <a:xfrm>
                <a:off x="12623800" y="4119732"/>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32" name="Google Shape;232;p45"/>
              <p:cNvCxnSpPr/>
              <p:nvPr/>
            </p:nvCxnSpPr>
            <p:spPr>
              <a:xfrm>
                <a:off x="12623800" y="4411143"/>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33" name="Google Shape;233;p45"/>
              <p:cNvCxnSpPr/>
              <p:nvPr/>
            </p:nvCxnSpPr>
            <p:spPr>
              <a:xfrm>
                <a:off x="12623800" y="4702554"/>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34" name="Google Shape;234;p45"/>
              <p:cNvCxnSpPr/>
              <p:nvPr/>
            </p:nvCxnSpPr>
            <p:spPr>
              <a:xfrm>
                <a:off x="12623800" y="4993965"/>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35" name="Google Shape;235;p45"/>
              <p:cNvCxnSpPr/>
              <p:nvPr/>
            </p:nvCxnSpPr>
            <p:spPr>
              <a:xfrm>
                <a:off x="12623800" y="5285376"/>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36" name="Google Shape;236;p45"/>
              <p:cNvCxnSpPr/>
              <p:nvPr/>
            </p:nvCxnSpPr>
            <p:spPr>
              <a:xfrm>
                <a:off x="12623800" y="5576787"/>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37" name="Google Shape;237;p45"/>
              <p:cNvCxnSpPr/>
              <p:nvPr/>
            </p:nvCxnSpPr>
            <p:spPr>
              <a:xfrm>
                <a:off x="12623800" y="5868198"/>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238" name="Google Shape;238;p45"/>
              <p:cNvCxnSpPr/>
              <p:nvPr/>
            </p:nvCxnSpPr>
            <p:spPr>
              <a:xfrm>
                <a:off x="12623800" y="6159600"/>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grpSp>
        <p:grpSp>
          <p:nvGrpSpPr>
            <p:cNvPr id="239" name="Google Shape;239;p45"/>
            <p:cNvGrpSpPr/>
            <p:nvPr/>
          </p:nvGrpSpPr>
          <p:grpSpPr>
            <a:xfrm>
              <a:off x="1277000" y="574982"/>
              <a:ext cx="9638000" cy="5233667"/>
              <a:chOff x="1277000" y="623550"/>
              <a:chExt cx="9638000" cy="5537100"/>
            </a:xfrm>
          </p:grpSpPr>
          <p:sp>
            <p:nvSpPr>
              <p:cNvPr id="240" name="Google Shape;240;p45"/>
              <p:cNvSpPr/>
              <p:nvPr/>
            </p:nvSpPr>
            <p:spPr>
              <a:xfrm>
                <a:off x="688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41" name="Google Shape;241;p45"/>
              <p:cNvSpPr/>
              <p:nvPr/>
            </p:nvSpPr>
            <p:spPr>
              <a:xfrm>
                <a:off x="875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42" name="Google Shape;242;p45"/>
              <p:cNvSpPr/>
              <p:nvPr/>
            </p:nvSpPr>
            <p:spPr>
              <a:xfrm>
                <a:off x="7822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43" name="Google Shape;243;p45"/>
              <p:cNvSpPr/>
              <p:nvPr/>
            </p:nvSpPr>
            <p:spPr>
              <a:xfrm>
                <a:off x="9692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44" name="Google Shape;244;p45"/>
              <p:cNvSpPr/>
              <p:nvPr/>
            </p:nvSpPr>
            <p:spPr>
              <a:xfrm>
                <a:off x="1062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45" name="Google Shape;245;p45"/>
              <p:cNvSpPr/>
              <p:nvPr/>
            </p:nvSpPr>
            <p:spPr>
              <a:xfrm>
                <a:off x="5952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46" name="Google Shape;246;p45"/>
              <p:cNvSpPr/>
              <p:nvPr/>
            </p:nvSpPr>
            <p:spPr>
              <a:xfrm>
                <a:off x="127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47" name="Google Shape;247;p45"/>
              <p:cNvSpPr/>
              <p:nvPr/>
            </p:nvSpPr>
            <p:spPr>
              <a:xfrm>
                <a:off x="2212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48" name="Google Shape;248;p45"/>
              <p:cNvSpPr/>
              <p:nvPr/>
            </p:nvSpPr>
            <p:spPr>
              <a:xfrm>
                <a:off x="314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49" name="Google Shape;249;p45"/>
              <p:cNvSpPr/>
              <p:nvPr/>
            </p:nvSpPr>
            <p:spPr>
              <a:xfrm>
                <a:off x="4082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50" name="Google Shape;250;p45"/>
              <p:cNvSpPr/>
              <p:nvPr/>
            </p:nvSpPr>
            <p:spPr>
              <a:xfrm>
                <a:off x="501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grpSp>
        <p:sp>
          <p:nvSpPr>
            <p:cNvPr id="251" name="Google Shape;251;p45"/>
            <p:cNvSpPr/>
            <p:nvPr/>
          </p:nvSpPr>
          <p:spPr>
            <a:xfrm>
              <a:off x="839789" y="5808535"/>
              <a:ext cx="10514100" cy="415500"/>
            </a:xfrm>
            <a:prstGeom prst="rect">
              <a:avLst/>
            </a:prstGeom>
            <a:solidFill>
              <a:schemeClr val="accent3">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52" name="Google Shape;252;p45"/>
            <p:cNvSpPr/>
            <p:nvPr/>
          </p:nvSpPr>
          <p:spPr>
            <a:xfrm>
              <a:off x="839789" y="1497600"/>
              <a:ext cx="10514100" cy="583200"/>
            </a:xfrm>
            <a:prstGeom prst="rect">
              <a:avLst/>
            </a:prstGeom>
            <a:solidFill>
              <a:schemeClr val="accent3">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grpSp>
          <p:nvGrpSpPr>
            <p:cNvPr id="253" name="Google Shape;253;p45"/>
            <p:cNvGrpSpPr/>
            <p:nvPr/>
          </p:nvGrpSpPr>
          <p:grpSpPr>
            <a:xfrm>
              <a:off x="839815" y="5556364"/>
              <a:ext cx="10514549" cy="79500"/>
              <a:chOff x="629400" y="5975122"/>
              <a:chExt cx="10933294" cy="79500"/>
            </a:xfrm>
          </p:grpSpPr>
          <p:sp>
            <p:nvSpPr>
              <p:cNvPr id="254" name="Google Shape;254;p45"/>
              <p:cNvSpPr/>
              <p:nvPr/>
            </p:nvSpPr>
            <p:spPr>
              <a:xfrm>
                <a:off x="2880128" y="5975122"/>
                <a:ext cx="1930200" cy="79500"/>
              </a:xfrm>
              <a:prstGeom prst="rect">
                <a:avLst/>
              </a:prstGeom>
              <a:solidFill>
                <a:schemeClr val="accent5">
                  <a:alpha val="98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55" name="Google Shape;255;p45"/>
              <p:cNvSpPr/>
              <p:nvPr/>
            </p:nvSpPr>
            <p:spPr>
              <a:xfrm>
                <a:off x="9626194" y="5975122"/>
                <a:ext cx="1936500" cy="79500"/>
              </a:xfrm>
              <a:prstGeom prst="rect">
                <a:avLst/>
              </a:prstGeom>
              <a:solidFill>
                <a:schemeClr val="accent5">
                  <a:alpha val="98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56" name="Google Shape;256;p45"/>
              <p:cNvSpPr/>
              <p:nvPr/>
            </p:nvSpPr>
            <p:spPr>
              <a:xfrm>
                <a:off x="7372407" y="5975122"/>
                <a:ext cx="1936500" cy="79500"/>
              </a:xfrm>
              <a:prstGeom prst="rect">
                <a:avLst/>
              </a:prstGeom>
              <a:solidFill>
                <a:schemeClr val="accent5">
                  <a:alpha val="98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57" name="Google Shape;257;p45"/>
              <p:cNvSpPr/>
              <p:nvPr/>
            </p:nvSpPr>
            <p:spPr>
              <a:xfrm>
                <a:off x="5127797" y="5975122"/>
                <a:ext cx="1927200" cy="79500"/>
              </a:xfrm>
              <a:prstGeom prst="rect">
                <a:avLst/>
              </a:prstGeom>
              <a:solidFill>
                <a:schemeClr val="accent5">
                  <a:alpha val="98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258" name="Google Shape;258;p45"/>
              <p:cNvSpPr/>
              <p:nvPr/>
            </p:nvSpPr>
            <p:spPr>
              <a:xfrm>
                <a:off x="629400" y="5975122"/>
                <a:ext cx="1933200" cy="79500"/>
              </a:xfrm>
              <a:prstGeom prst="rect">
                <a:avLst/>
              </a:prstGeom>
              <a:solidFill>
                <a:schemeClr val="accent5">
                  <a:alpha val="98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grpSp>
        <p:sp>
          <p:nvSpPr>
            <p:cNvPr id="259" name="Google Shape;259;p45"/>
            <p:cNvSpPr/>
            <p:nvPr/>
          </p:nvSpPr>
          <p:spPr>
            <a:xfrm>
              <a:off x="839789" y="2081212"/>
              <a:ext cx="10522049" cy="3724168"/>
            </a:xfrm>
            <a:custGeom>
              <a:rect b="b" l="l" r="r" t="t"/>
              <a:pathLst>
                <a:path extrusionOk="0" h="5537797" w="10931999">
                  <a:moveTo>
                    <a:pt x="0" y="0"/>
                  </a:moveTo>
                  <a:lnTo>
                    <a:pt x="10931999" y="0"/>
                  </a:lnTo>
                  <a:lnTo>
                    <a:pt x="10931999" y="5537797"/>
                  </a:lnTo>
                  <a:lnTo>
                    <a:pt x="0" y="5537797"/>
                  </a:lnTo>
                  <a:close/>
                </a:path>
              </a:pathLst>
            </a:custGeom>
            <a:noFill/>
            <a:ln cap="flat" cmpd="sng" w="7150">
              <a:solidFill>
                <a:srgbClr val="E71C57">
                  <a:alpha val="34900"/>
                </a:srgbClr>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260" name="Google Shape;260;p45"/>
            <p:cNvSpPr txBox="1"/>
            <p:nvPr/>
          </p:nvSpPr>
          <p:spPr>
            <a:xfrm>
              <a:off x="839789" y="5808535"/>
              <a:ext cx="10514100" cy="443400"/>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7F7F7F"/>
                </a:buClr>
                <a:buSzPts val="800"/>
                <a:buFont typeface="Century Gothic"/>
                <a:buNone/>
              </a:pPr>
              <a:r>
                <a:rPr b="0" i="0" lang="en-GB" sz="800" u="none" cap="none" strike="noStrike">
                  <a:solidFill>
                    <a:srgbClr val="7F7F7F"/>
                  </a:solidFill>
                  <a:latin typeface="Century Gothic"/>
                  <a:ea typeface="Century Gothic"/>
                  <a:cs typeface="Century Gothic"/>
                  <a:sym typeface="Century Gothic"/>
                </a:rPr>
                <a:t>1. xxxx  2. xxxx  3. List footnotes in numerical order. Footnote numbers are not bracketed. Use 10pt font</a:t>
              </a:r>
              <a:endParaRPr sz="1100"/>
            </a:p>
            <a:p>
              <a:pPr indent="0" lvl="0" marL="0" marR="0" rtl="0" algn="l">
                <a:lnSpc>
                  <a:spcPct val="90000"/>
                </a:lnSpc>
                <a:spcBef>
                  <a:spcPts val="0"/>
                </a:spcBef>
                <a:spcAft>
                  <a:spcPts val="0"/>
                </a:spcAft>
                <a:buClr>
                  <a:srgbClr val="7F7F7F"/>
                </a:buClr>
                <a:buSzPts val="800"/>
                <a:buFont typeface="Century Gothic"/>
                <a:buNone/>
              </a:pPr>
              <a:r>
                <a:rPr b="0" i="0" lang="en-GB" sz="800" u="none" cap="none" strike="noStrike">
                  <a:solidFill>
                    <a:srgbClr val="7F7F7F"/>
                  </a:solidFill>
                  <a:latin typeface="Century Gothic"/>
                  <a:ea typeface="Century Gothic"/>
                  <a:cs typeface="Century Gothic"/>
                  <a:sym typeface="Century Gothic"/>
                </a:rPr>
                <a:t>Note: Do not put a period at the end of the note or the source</a:t>
              </a:r>
              <a:endParaRPr sz="1100"/>
            </a:p>
            <a:p>
              <a:pPr indent="0" lvl="0" marL="0" marR="0" rtl="0" algn="l">
                <a:lnSpc>
                  <a:spcPct val="90000"/>
                </a:lnSpc>
                <a:spcBef>
                  <a:spcPts val="0"/>
                </a:spcBef>
                <a:spcAft>
                  <a:spcPts val="0"/>
                </a:spcAft>
                <a:buClr>
                  <a:srgbClr val="7F7F7F"/>
                </a:buClr>
                <a:buSzPts val="800"/>
                <a:buFont typeface="Century Gothic"/>
                <a:buNone/>
              </a:pPr>
              <a:r>
                <a:rPr b="0" i="0" lang="en-GB" sz="800" u="none" cap="none" strike="noStrike">
                  <a:solidFill>
                    <a:srgbClr val="7F7F7F"/>
                  </a:solidFill>
                  <a:latin typeface="Century Gothic"/>
                  <a:ea typeface="Century Gothic"/>
                  <a:cs typeface="Century Gothic"/>
                  <a:sym typeface="Century Gothic"/>
                </a:rPr>
                <a:t>Source: Include a source for every chart that you use. Separate sources with a semicolon; BCG-related sources go at the end</a:t>
              </a:r>
              <a:endParaRPr sz="1100"/>
            </a:p>
          </p:txBody>
        </p:sp>
      </p:grpSp>
    </p:spTree>
  </p:cSld>
  <p:clrMapOvr>
    <a:masterClrMapping/>
  </p:clrMapOvr>
  <mc:AlternateContent>
    <mc:Choice Requires="p14">
      <p:transition p14:dur="25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itle Slide" showMasterSp="0">
  <p:cSld name="D. Title Slide">
    <p:bg>
      <p:bgPr>
        <a:solidFill>
          <a:schemeClr val="accent1"/>
        </a:solidFill>
      </p:bgPr>
    </p:bg>
    <p:spTree>
      <p:nvGrpSpPr>
        <p:cNvPr id="261" name="Shape 261"/>
        <p:cNvGrpSpPr/>
        <p:nvPr/>
      </p:nvGrpSpPr>
      <p:grpSpPr>
        <a:xfrm>
          <a:off x="0" y="0"/>
          <a:ext cx="0" cy="0"/>
          <a:chOff x="0" y="0"/>
          <a:chExt cx="0" cy="0"/>
        </a:xfrm>
      </p:grpSpPr>
      <p:pic>
        <p:nvPicPr>
          <p:cNvPr descr="Icon&#10;&#10;Description automatically generated" id="262" name="Google Shape;262;p46"/>
          <p:cNvPicPr preferRelativeResize="0"/>
          <p:nvPr/>
        </p:nvPicPr>
        <p:blipFill rotWithShape="1">
          <a:blip r:embed="rId2">
            <a:alphaModFix/>
          </a:blip>
          <a:srcRect b="0" l="0" r="0" t="0"/>
          <a:stretch/>
        </p:blipFill>
        <p:spPr>
          <a:xfrm>
            <a:off x="1" y="-25003"/>
            <a:ext cx="9143998" cy="5187553"/>
          </a:xfrm>
          <a:prstGeom prst="rect">
            <a:avLst/>
          </a:prstGeom>
          <a:noFill/>
          <a:ln>
            <a:noFill/>
          </a:ln>
        </p:spPr>
      </p:pic>
      <p:sp>
        <p:nvSpPr>
          <p:cNvPr id="263" name="Google Shape;263;p46"/>
          <p:cNvSpPr txBox="1"/>
          <p:nvPr>
            <p:ph idx="1" type="body"/>
          </p:nvPr>
        </p:nvSpPr>
        <p:spPr>
          <a:xfrm>
            <a:off x="2936810" y="2995127"/>
            <a:ext cx="3270300" cy="484800"/>
          </a:xfrm>
          <a:prstGeom prst="rect">
            <a:avLst/>
          </a:prstGeom>
          <a:noFill/>
          <a:ln>
            <a:noFill/>
          </a:ln>
        </p:spPr>
        <p:txBody>
          <a:bodyPr anchorCtr="0" anchor="t" bIns="34275" lIns="68575" spcFirstLastPara="1" rIns="68575" wrap="square" tIns="34275">
            <a:noAutofit/>
          </a:bodyPr>
          <a:lstStyle>
            <a:lvl1pPr indent="-317500" lvl="0" marL="457200" algn="ctr">
              <a:lnSpc>
                <a:spcPct val="120000"/>
              </a:lnSpc>
              <a:spcBef>
                <a:spcPts val="800"/>
              </a:spcBef>
              <a:spcAft>
                <a:spcPts val="0"/>
              </a:spcAft>
              <a:buClr>
                <a:schemeClr val="lt2"/>
              </a:buClr>
              <a:buSzPts val="1400"/>
              <a:buChar char="​"/>
              <a:defRPr sz="1400">
                <a:solidFill>
                  <a:schemeClr val="lt2"/>
                </a:solidFill>
                <a:latin typeface="Century Gothic"/>
                <a:ea typeface="Century Gothic"/>
                <a:cs typeface="Century Gothic"/>
                <a:sym typeface="Century Gothic"/>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
        <p:nvSpPr>
          <p:cNvPr id="264" name="Google Shape;264;p46"/>
          <p:cNvSpPr txBox="1"/>
          <p:nvPr>
            <p:ph type="title"/>
          </p:nvPr>
        </p:nvSpPr>
        <p:spPr>
          <a:xfrm>
            <a:off x="664369" y="2140847"/>
            <a:ext cx="7829400" cy="738600"/>
          </a:xfrm>
          <a:prstGeom prst="rect">
            <a:avLst/>
          </a:prstGeom>
          <a:noFill/>
          <a:ln>
            <a:noFill/>
          </a:ln>
        </p:spPr>
        <p:txBody>
          <a:bodyPr anchorCtr="0" anchor="b" bIns="0" lIns="267450" spcFirstLastPara="1" rIns="267450" wrap="square" tIns="0">
            <a:noAutofit/>
          </a:bodyPr>
          <a:lstStyle>
            <a:lvl1pPr lvl="0" algn="ctr">
              <a:lnSpc>
                <a:spcPct val="90000"/>
              </a:lnSpc>
              <a:spcBef>
                <a:spcPts val="0"/>
              </a:spcBef>
              <a:spcAft>
                <a:spcPts val="0"/>
              </a:spcAft>
              <a:buClr>
                <a:schemeClr val="lt2"/>
              </a:buClr>
              <a:buSzPts val="3300"/>
              <a:buFont typeface="Century Gothic"/>
              <a:buNone/>
              <a:defRPr b="1" sz="3300">
                <a:solidFill>
                  <a:schemeClr val="lt2"/>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itle and Text">
  <p:cSld name="D. Title and Text">
    <p:bg>
      <p:bgPr>
        <a:solidFill>
          <a:schemeClr val="lt2"/>
        </a:solidFill>
      </p:bgPr>
    </p:bg>
    <p:spTree>
      <p:nvGrpSpPr>
        <p:cNvPr id="265" name="Shape 265"/>
        <p:cNvGrpSpPr/>
        <p:nvPr/>
      </p:nvGrpSpPr>
      <p:grpSpPr>
        <a:xfrm>
          <a:off x="0" y="0"/>
          <a:ext cx="0" cy="0"/>
          <a:chOff x="0" y="0"/>
          <a:chExt cx="0" cy="0"/>
        </a:xfrm>
      </p:grpSpPr>
      <p:sp>
        <p:nvSpPr>
          <p:cNvPr id="266" name="Google Shape;266;p47"/>
          <p:cNvSpPr txBox="1"/>
          <p:nvPr>
            <p:ph type="title"/>
          </p:nvPr>
        </p:nvSpPr>
        <p:spPr>
          <a:xfrm>
            <a:off x="629841" y="431231"/>
            <a:ext cx="71748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Century Gothic"/>
              <a:buNone/>
              <a:defRPr b="1" i="0" sz="2100" u="none">
                <a:solidFill>
                  <a:schemeClr val="dk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267" name="Google Shape;267;p47"/>
          <p:cNvPicPr preferRelativeResize="0"/>
          <p:nvPr/>
        </p:nvPicPr>
        <p:blipFill rotWithShape="1">
          <a:blip r:embed="rId2">
            <a:alphaModFix/>
          </a:blip>
          <a:srcRect b="0" l="0" r="0" t="0"/>
          <a:stretch/>
        </p:blipFill>
        <p:spPr>
          <a:xfrm>
            <a:off x="0" y="5045689"/>
            <a:ext cx="9144000" cy="119024"/>
          </a:xfrm>
          <a:prstGeom prst="rect">
            <a:avLst/>
          </a:prstGeom>
          <a:noFill/>
          <a:ln>
            <a:noFill/>
          </a:ln>
        </p:spPr>
      </p:pic>
      <p:pic>
        <p:nvPicPr>
          <p:cNvPr id="268" name="Google Shape;268;p47"/>
          <p:cNvPicPr preferRelativeResize="0"/>
          <p:nvPr/>
        </p:nvPicPr>
        <p:blipFill rotWithShape="1">
          <a:blip r:embed="rId3">
            <a:alphaModFix/>
          </a:blip>
          <a:srcRect b="0" l="0" r="0" t="0"/>
          <a:stretch/>
        </p:blipFill>
        <p:spPr>
          <a:xfrm>
            <a:off x="8275931" y="4414787"/>
            <a:ext cx="900563" cy="695889"/>
          </a:xfrm>
          <a:prstGeom prst="rect">
            <a:avLst/>
          </a:prstGeom>
          <a:noFill/>
          <a:ln>
            <a:noFill/>
          </a:ln>
        </p:spPr>
      </p:pic>
      <p:sp>
        <p:nvSpPr>
          <p:cNvPr id="269" name="Google Shape;269;p47"/>
          <p:cNvSpPr txBox="1"/>
          <p:nvPr>
            <p:ph idx="1" type="body"/>
          </p:nvPr>
        </p:nvSpPr>
        <p:spPr>
          <a:xfrm>
            <a:off x="629842" y="1560909"/>
            <a:ext cx="7885500" cy="2795400"/>
          </a:xfrm>
          <a:prstGeom prst="rect">
            <a:avLst/>
          </a:prstGeom>
          <a:noFill/>
          <a:ln>
            <a:noFill/>
          </a:ln>
        </p:spPr>
        <p:txBody>
          <a:bodyPr anchorCtr="0" anchor="t" bIns="0" lIns="0" spcFirstLastPara="1" rIns="0" wrap="square" tIns="0">
            <a:noAutofit/>
          </a:bodyPr>
          <a:lstStyle>
            <a:lvl1pPr indent="-285750" lvl="0" marL="457200" algn="l">
              <a:lnSpc>
                <a:spcPct val="100000"/>
              </a:lnSpc>
              <a:spcBef>
                <a:spcPts val="0"/>
              </a:spcBef>
              <a:spcAft>
                <a:spcPts val="0"/>
              </a:spcAft>
              <a:buClr>
                <a:schemeClr val="dk1"/>
              </a:buClr>
              <a:buSzPts val="900"/>
              <a:buChar char="​"/>
              <a:defRPr>
                <a:latin typeface="Century Gothic"/>
                <a:ea typeface="Century Gothic"/>
                <a:cs typeface="Century Gothic"/>
                <a:sym typeface="Century Gothic"/>
              </a:defRPr>
            </a:lvl1pPr>
            <a:lvl2pPr indent="-285750" lvl="1" marL="914400" algn="l">
              <a:lnSpc>
                <a:spcPct val="100000"/>
              </a:lnSpc>
              <a:spcBef>
                <a:spcPts val="0"/>
              </a:spcBef>
              <a:spcAft>
                <a:spcPts val="0"/>
              </a:spcAft>
              <a:buSzPts val="900"/>
              <a:buChar char="•"/>
              <a:defRPr>
                <a:latin typeface="Century Gothic"/>
                <a:ea typeface="Century Gothic"/>
                <a:cs typeface="Century Gothic"/>
                <a:sym typeface="Century Gothic"/>
              </a:defRPr>
            </a:lvl2pPr>
            <a:lvl3pPr indent="-285750" lvl="2" marL="1371600" algn="l">
              <a:lnSpc>
                <a:spcPct val="100000"/>
              </a:lnSpc>
              <a:spcBef>
                <a:spcPts val="0"/>
              </a:spcBef>
              <a:spcAft>
                <a:spcPts val="0"/>
              </a:spcAft>
              <a:buSzPts val="900"/>
              <a:buChar char="–"/>
              <a:defRPr>
                <a:latin typeface="Century Gothic"/>
                <a:ea typeface="Century Gothic"/>
                <a:cs typeface="Century Gothic"/>
                <a:sym typeface="Century Gothic"/>
              </a:defRPr>
            </a:lvl3pPr>
            <a:lvl4pPr indent="-304800" lvl="3" marL="1828800" algn="l">
              <a:lnSpc>
                <a:spcPct val="100000"/>
              </a:lnSpc>
              <a:spcBef>
                <a:spcPts val="0"/>
              </a:spcBef>
              <a:spcAft>
                <a:spcPts val="0"/>
              </a:spcAft>
              <a:buSzPts val="1200"/>
              <a:buChar char="​"/>
              <a:defRPr>
                <a:latin typeface="Century Gothic"/>
                <a:ea typeface="Century Gothic"/>
                <a:cs typeface="Century Gothic"/>
                <a:sym typeface="Century Gothic"/>
              </a:defRPr>
            </a:lvl4pPr>
            <a:lvl5pPr indent="-304800" lvl="4" marL="2286000" algn="l">
              <a:lnSpc>
                <a:spcPct val="100000"/>
              </a:lnSpc>
              <a:spcBef>
                <a:spcPts val="0"/>
              </a:spcBef>
              <a:spcAft>
                <a:spcPts val="0"/>
              </a:spcAft>
              <a:buClr>
                <a:schemeClr val="dk1"/>
              </a:buClr>
              <a:buSzPts val="1200"/>
              <a:buChar char="​"/>
              <a:defRPr>
                <a:latin typeface="Century Gothic"/>
                <a:ea typeface="Century Gothic"/>
                <a:cs typeface="Century Gothic"/>
                <a:sym typeface="Century Gothic"/>
              </a:defRPr>
            </a:lvl5pPr>
            <a:lvl6pPr indent="-317500" lvl="5" marL="2743200" algn="l">
              <a:lnSpc>
                <a:spcPct val="90000"/>
              </a:lnSpc>
              <a:spcBef>
                <a:spcPts val="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
        <p:nvSpPr>
          <p:cNvPr id="270" name="Google Shape;270;p47"/>
          <p:cNvSpPr txBox="1"/>
          <p:nvPr>
            <p:ph idx="2" type="body"/>
          </p:nvPr>
        </p:nvSpPr>
        <p:spPr>
          <a:xfrm>
            <a:off x="629841" y="717805"/>
            <a:ext cx="7174800" cy="218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800"/>
              </a:spcBef>
              <a:spcAft>
                <a:spcPts val="0"/>
              </a:spcAft>
              <a:buClr>
                <a:schemeClr val="dk1"/>
              </a:buClr>
              <a:buSzPts val="1100"/>
              <a:buChar char="​"/>
              <a:defRPr sz="1100">
                <a:solidFill>
                  <a:schemeClr val="dk1"/>
                </a:solidFill>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ay slice heading">
  <p:cSld name="D. Gray slice heading">
    <p:bg>
      <p:bgPr>
        <a:solidFill>
          <a:schemeClr val="lt1"/>
        </a:solidFill>
      </p:bgPr>
    </p:bg>
    <p:spTree>
      <p:nvGrpSpPr>
        <p:cNvPr id="271" name="Shape 271"/>
        <p:cNvGrpSpPr/>
        <p:nvPr/>
      </p:nvGrpSpPr>
      <p:grpSpPr>
        <a:xfrm>
          <a:off x="0" y="0"/>
          <a:ext cx="0" cy="0"/>
          <a:chOff x="0" y="0"/>
          <a:chExt cx="0" cy="0"/>
        </a:xfrm>
      </p:grpSpPr>
      <p:sp>
        <p:nvSpPr>
          <p:cNvPr id="272" name="Google Shape;272;p48"/>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3" name="Google Shape;273;p48"/>
          <p:cNvSpPr/>
          <p:nvPr/>
        </p:nvSpPr>
        <p:spPr>
          <a:xfrm>
            <a:off x="1" y="-982"/>
            <a:ext cx="3520800" cy="5144400"/>
          </a:xfrm>
          <a:prstGeom prst="rect">
            <a:avLst/>
          </a:prstGeom>
          <a:solidFill>
            <a:srgbClr val="F2F2F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274" name="Google Shape;274;p48"/>
          <p:cNvSpPr txBox="1"/>
          <p:nvPr>
            <p:ph idx="1" type="subTitle"/>
          </p:nvPr>
        </p:nvSpPr>
        <p:spPr>
          <a:xfrm>
            <a:off x="629841" y="1619240"/>
            <a:ext cx="2650800" cy="406500"/>
          </a:xfrm>
          <a:prstGeom prst="rect">
            <a:avLst/>
          </a:prstGeom>
          <a:noFill/>
          <a:ln>
            <a:noFill/>
          </a:ln>
        </p:spPr>
        <p:txBody>
          <a:bodyPr anchorCtr="0" anchor="t" bIns="0" lIns="0" spcFirstLastPara="1" rIns="0" wrap="square" tIns="0">
            <a:noAutofit/>
          </a:bodyPr>
          <a:lstStyle>
            <a:lvl1pPr lvl="0" algn="l">
              <a:lnSpc>
                <a:spcPct val="110000"/>
              </a:lnSpc>
              <a:spcBef>
                <a:spcPts val="500"/>
              </a:spcBef>
              <a:spcAft>
                <a:spcPts val="0"/>
              </a:spcAft>
              <a:buClr>
                <a:schemeClr val="dk1"/>
              </a:buClr>
              <a:buSzPts val="1100"/>
              <a:buNone/>
              <a:defRPr sz="1100">
                <a:solidFill>
                  <a:schemeClr val="dk1"/>
                </a:solidFill>
                <a:latin typeface="Century Gothic"/>
                <a:ea typeface="Century Gothic"/>
                <a:cs typeface="Century Gothic"/>
                <a:sym typeface="Century Gothic"/>
              </a:defRPr>
            </a:lvl1pPr>
            <a:lvl2pPr lvl="1" algn="ctr">
              <a:lnSpc>
                <a:spcPct val="90000"/>
              </a:lnSpc>
              <a:spcBef>
                <a:spcPts val="200"/>
              </a:spcBef>
              <a:spcAft>
                <a:spcPts val="0"/>
              </a:spcAft>
              <a:buSzPts val="1500"/>
              <a:buNone/>
              <a:defRPr sz="1500"/>
            </a:lvl2pPr>
            <a:lvl3pPr lvl="2" algn="ctr">
              <a:lnSpc>
                <a:spcPct val="90000"/>
              </a:lnSpc>
              <a:spcBef>
                <a:spcPts val="200"/>
              </a:spcBef>
              <a:spcAft>
                <a:spcPts val="0"/>
              </a:spcAft>
              <a:buSzPts val="1400"/>
              <a:buNone/>
              <a:defRPr sz="1400"/>
            </a:lvl3pPr>
            <a:lvl4pPr lvl="3" algn="ctr">
              <a:lnSpc>
                <a:spcPct val="110000"/>
              </a:lnSpc>
              <a:spcBef>
                <a:spcPts val="200"/>
              </a:spcBef>
              <a:spcAft>
                <a:spcPts val="0"/>
              </a:spcAft>
              <a:buSzPts val="1200"/>
              <a:buNone/>
              <a:defRPr sz="1200"/>
            </a:lvl4pPr>
            <a:lvl5pPr lvl="4" algn="ctr">
              <a:lnSpc>
                <a:spcPct val="100000"/>
              </a:lnSpc>
              <a:spcBef>
                <a:spcPts val="200"/>
              </a:spcBef>
              <a:spcAft>
                <a:spcPts val="0"/>
              </a:spcAft>
              <a:buClr>
                <a:schemeClr val="dk1"/>
              </a:buClr>
              <a:buSzPts val="1200"/>
              <a:buNone/>
              <a:defRPr sz="1200"/>
            </a:lvl5pPr>
            <a:lvl6pPr lvl="5" algn="ctr">
              <a:lnSpc>
                <a:spcPct val="90000"/>
              </a:lnSpc>
              <a:spcBef>
                <a:spcPts val="200"/>
              </a:spcBef>
              <a:spcAft>
                <a:spcPts val="0"/>
              </a:spcAft>
              <a:buSzPts val="1200"/>
              <a:buNone/>
              <a:defRPr sz="1200"/>
            </a:lvl6pPr>
            <a:lvl7pPr lvl="6" algn="ctr">
              <a:lnSpc>
                <a:spcPct val="90000"/>
              </a:lnSpc>
              <a:spcBef>
                <a:spcPts val="700"/>
              </a:spcBef>
              <a:spcAft>
                <a:spcPts val="0"/>
              </a:spcAft>
              <a:buClr>
                <a:schemeClr val="dk1"/>
              </a:buClr>
              <a:buSzPts val="1200"/>
              <a:buNone/>
              <a:defRPr sz="1200"/>
            </a:lvl7pPr>
            <a:lvl8pPr lvl="7" algn="ctr">
              <a:lnSpc>
                <a:spcPct val="90000"/>
              </a:lnSpc>
              <a:spcBef>
                <a:spcPts val="700"/>
              </a:spcBef>
              <a:spcAft>
                <a:spcPts val="0"/>
              </a:spcAft>
              <a:buClr>
                <a:srgbClr val="FF5F2C"/>
              </a:buClr>
              <a:buSzPts val="1200"/>
              <a:buNone/>
              <a:defRPr sz="1200"/>
            </a:lvl8pPr>
            <a:lvl9pPr lvl="8" algn="ctr">
              <a:lnSpc>
                <a:spcPct val="100000"/>
              </a:lnSpc>
              <a:spcBef>
                <a:spcPts val="0"/>
              </a:spcBef>
              <a:spcAft>
                <a:spcPts val="700"/>
              </a:spcAft>
              <a:buClr>
                <a:srgbClr val="FF5F2C"/>
              </a:buClr>
              <a:buSzPts val="1200"/>
              <a:buNone/>
              <a:defRPr sz="1200"/>
            </a:lvl9pPr>
          </a:lstStyle>
          <a:p/>
        </p:txBody>
      </p:sp>
      <p:sp>
        <p:nvSpPr>
          <p:cNvPr id="275" name="Google Shape;275;p48"/>
          <p:cNvSpPr txBox="1"/>
          <p:nvPr>
            <p:ph type="title"/>
          </p:nvPr>
        </p:nvSpPr>
        <p:spPr>
          <a:xfrm>
            <a:off x="629841" y="920286"/>
            <a:ext cx="2650800" cy="498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Century Gothic"/>
              <a:buNone/>
              <a:defRPr sz="2100">
                <a:solidFill>
                  <a:schemeClr val="dk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6" name="Google Shape;276;p48"/>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Section header box">
  <p:cSld name="D. Section header box">
    <p:bg>
      <p:bgPr>
        <a:solidFill>
          <a:schemeClr val="lt2"/>
        </a:solidFill>
      </p:bgPr>
    </p:bg>
    <p:spTree>
      <p:nvGrpSpPr>
        <p:cNvPr id="277" name="Shape 277"/>
        <p:cNvGrpSpPr/>
        <p:nvPr/>
      </p:nvGrpSpPr>
      <p:grpSpPr>
        <a:xfrm>
          <a:off x="0" y="0"/>
          <a:ext cx="0" cy="0"/>
          <a:chOff x="0" y="0"/>
          <a:chExt cx="0" cy="0"/>
        </a:xfrm>
      </p:grpSpPr>
      <p:sp>
        <p:nvSpPr>
          <p:cNvPr id="278" name="Google Shape;278;p49"/>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9" name="Google Shape;279;p49"/>
          <p:cNvSpPr txBox="1"/>
          <p:nvPr>
            <p:ph type="title"/>
          </p:nvPr>
        </p:nvSpPr>
        <p:spPr>
          <a:xfrm>
            <a:off x="963557" y="2001031"/>
            <a:ext cx="7215300" cy="2400600"/>
          </a:xfrm>
          <a:prstGeom prst="rect">
            <a:avLst/>
          </a:prstGeom>
          <a:noFill/>
          <a:ln>
            <a:noFill/>
          </a:ln>
        </p:spPr>
        <p:txBody>
          <a:bodyPr anchorCtr="0" anchor="b" bIns="102875" lIns="205725" spcFirstLastPara="1" rIns="205725" wrap="square" tIns="205725">
            <a:noAutofit/>
          </a:bodyPr>
          <a:lstStyle>
            <a:lvl1pPr lvl="0" algn="l">
              <a:lnSpc>
                <a:spcPct val="111111"/>
              </a:lnSpc>
              <a:spcBef>
                <a:spcPts val="0"/>
              </a:spcBef>
              <a:spcAft>
                <a:spcPts val="0"/>
              </a:spcAft>
              <a:buClr>
                <a:schemeClr val="accent1"/>
              </a:buClr>
              <a:buSzPts val="4100"/>
              <a:buFont typeface="Century Gothic"/>
              <a:buNone/>
              <a:defRPr sz="4100">
                <a:solidFill>
                  <a:schemeClr val="accent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80" name="Google Shape;280;p49"/>
          <p:cNvSpPr/>
          <p:nvPr/>
        </p:nvSpPr>
        <p:spPr>
          <a:xfrm>
            <a:off x="960520" y="1068061"/>
            <a:ext cx="713700" cy="713700"/>
          </a:xfrm>
          <a:prstGeom prst="rect">
            <a:avLst/>
          </a:prstGeom>
          <a:noFill/>
          <a:ln cap="flat" cmpd="sng" w="8075">
            <a:solidFill>
              <a:schemeClr val="accent1"/>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Section header line">
  <p:cSld name="D. Section header line">
    <p:bg>
      <p:bgPr>
        <a:solidFill>
          <a:schemeClr val="lt2"/>
        </a:solidFill>
      </p:bgPr>
    </p:bg>
    <p:spTree>
      <p:nvGrpSpPr>
        <p:cNvPr id="281" name="Shape 281"/>
        <p:cNvGrpSpPr/>
        <p:nvPr/>
      </p:nvGrpSpPr>
      <p:grpSpPr>
        <a:xfrm>
          <a:off x="0" y="0"/>
          <a:ext cx="0" cy="0"/>
          <a:chOff x="0" y="0"/>
          <a:chExt cx="0" cy="0"/>
        </a:xfrm>
      </p:grpSpPr>
      <p:sp>
        <p:nvSpPr>
          <p:cNvPr id="282" name="Google Shape;282;p50"/>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3" name="Google Shape;283;p50"/>
          <p:cNvSpPr txBox="1"/>
          <p:nvPr>
            <p:ph type="title"/>
          </p:nvPr>
        </p:nvSpPr>
        <p:spPr>
          <a:xfrm>
            <a:off x="629841" y="2870100"/>
            <a:ext cx="7174800" cy="15309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accent1"/>
              </a:buClr>
              <a:buSzPts val="4100"/>
              <a:buFont typeface="Century Gothic"/>
              <a:buNone/>
              <a:defRPr sz="4100">
                <a:solidFill>
                  <a:schemeClr val="accent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cxnSp>
        <p:nvCxnSpPr>
          <p:cNvPr id="284" name="Google Shape;284;p50"/>
          <p:cNvCxnSpPr/>
          <p:nvPr/>
        </p:nvCxnSpPr>
        <p:spPr>
          <a:xfrm>
            <a:off x="629841" y="2760012"/>
            <a:ext cx="8511600" cy="0"/>
          </a:xfrm>
          <a:prstGeom prst="straightConnector1">
            <a:avLst/>
          </a:prstGeom>
          <a:noFill/>
          <a:ln cap="flat" cmpd="sng" w="14300">
            <a:solidFill>
              <a:schemeClr val="accent1"/>
            </a:solidFill>
            <a:prstDash val="solid"/>
            <a:miter lim="800000"/>
            <a:headEnd len="sm" w="sm" type="none"/>
            <a:tailEnd len="sm" w="sm" type="none"/>
          </a:ln>
        </p:spPr>
      </p:cxnSp>
    </p:spTree>
  </p:cSld>
  <p:clrMapOvr>
    <a:masterClrMapping/>
  </p:clrMapOvr>
  <mc:AlternateContent>
    <mc:Choice Requires="p14">
      <p:transition p14:dur="25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White one third" showMasterSp="0">
  <p:cSld name="D. White one third">
    <p:bg>
      <p:bgPr>
        <a:gradFill>
          <a:gsLst>
            <a:gs pos="0">
              <a:srgbClr val="FF5F2C"/>
            </a:gs>
            <a:gs pos="100000">
              <a:srgbClr val="E03600"/>
            </a:gs>
          </a:gsLst>
          <a:lin ang="8100019" scaled="0"/>
        </a:gradFill>
      </p:bgPr>
    </p:bg>
    <p:spTree>
      <p:nvGrpSpPr>
        <p:cNvPr id="285" name="Shape 285"/>
        <p:cNvGrpSpPr/>
        <p:nvPr/>
      </p:nvGrpSpPr>
      <p:grpSpPr>
        <a:xfrm>
          <a:off x="0" y="0"/>
          <a:ext cx="0" cy="0"/>
          <a:chOff x="0" y="0"/>
          <a:chExt cx="0" cy="0"/>
        </a:xfrm>
      </p:grpSpPr>
      <p:pic>
        <p:nvPicPr>
          <p:cNvPr id="286" name="Google Shape;286;p51"/>
          <p:cNvPicPr preferRelativeResize="0"/>
          <p:nvPr/>
        </p:nvPicPr>
        <p:blipFill rotWithShape="1">
          <a:blip r:embed="rId2">
            <a:alphaModFix/>
          </a:blip>
          <a:srcRect b="27" l="29399" r="99" t="8740"/>
          <a:stretch/>
        </p:blipFill>
        <p:spPr>
          <a:xfrm flipH="1" rot="10800000">
            <a:off x="3048746" y="0"/>
            <a:ext cx="312713" cy="5143500"/>
          </a:xfrm>
          <a:prstGeom prst="rect">
            <a:avLst/>
          </a:prstGeom>
          <a:noFill/>
          <a:ln>
            <a:noFill/>
          </a:ln>
        </p:spPr>
      </p:pic>
      <p:sp>
        <p:nvSpPr>
          <p:cNvPr id="287" name="Google Shape;287;p51"/>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8" name="Google Shape;288;p51"/>
          <p:cNvSpPr/>
          <p:nvPr/>
        </p:nvSpPr>
        <p:spPr>
          <a:xfrm>
            <a:off x="0" y="0"/>
            <a:ext cx="3059700" cy="5143500"/>
          </a:xfrm>
          <a:prstGeom prst="rect">
            <a:avLst/>
          </a:prstGeom>
          <a:solidFill>
            <a:schemeClr val="l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289" name="Google Shape;289;p51"/>
          <p:cNvSpPr txBox="1"/>
          <p:nvPr>
            <p:ph type="title"/>
          </p:nvPr>
        </p:nvSpPr>
        <p:spPr>
          <a:xfrm>
            <a:off x="629841" y="2010827"/>
            <a:ext cx="2188500" cy="112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2100"/>
              <a:buFont typeface="Century Gothic"/>
              <a:buNone/>
              <a:defRPr sz="2100">
                <a:solidFill>
                  <a:schemeClr val="dk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0" name="Google Shape;290;p51"/>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highlight" showMasterSp="0">
  <p:cSld name="D. Green highlight">
    <p:bg>
      <p:bgPr>
        <a:gradFill>
          <a:gsLst>
            <a:gs pos="0">
              <a:srgbClr val="FF5F2C"/>
            </a:gs>
            <a:gs pos="100000">
              <a:srgbClr val="E03600"/>
            </a:gs>
          </a:gsLst>
          <a:lin ang="8100019" scaled="0"/>
        </a:gradFill>
      </p:bgPr>
    </p:bg>
    <p:spTree>
      <p:nvGrpSpPr>
        <p:cNvPr id="291" name="Shape 291"/>
        <p:cNvGrpSpPr/>
        <p:nvPr/>
      </p:nvGrpSpPr>
      <p:grpSpPr>
        <a:xfrm>
          <a:off x="0" y="0"/>
          <a:ext cx="0" cy="0"/>
          <a:chOff x="0" y="0"/>
          <a:chExt cx="0" cy="0"/>
        </a:xfrm>
      </p:grpSpPr>
      <p:pic>
        <p:nvPicPr>
          <p:cNvPr id="292" name="Google Shape;292;p52"/>
          <p:cNvPicPr preferRelativeResize="0"/>
          <p:nvPr/>
        </p:nvPicPr>
        <p:blipFill rotWithShape="1">
          <a:blip r:embed="rId2">
            <a:alphaModFix/>
          </a:blip>
          <a:srcRect b="27" l="29399" r="99" t="8740"/>
          <a:stretch/>
        </p:blipFill>
        <p:spPr>
          <a:xfrm flipH="1" rot="10800000">
            <a:off x="5374205" y="0"/>
            <a:ext cx="312713" cy="5143500"/>
          </a:xfrm>
          <a:prstGeom prst="rect">
            <a:avLst/>
          </a:prstGeom>
          <a:noFill/>
          <a:ln>
            <a:noFill/>
          </a:ln>
        </p:spPr>
      </p:pic>
      <p:sp>
        <p:nvSpPr>
          <p:cNvPr id="293" name="Google Shape;293;p52"/>
          <p:cNvSpPr/>
          <p:nvPr/>
        </p:nvSpPr>
        <p:spPr>
          <a:xfrm>
            <a:off x="0" y="0"/>
            <a:ext cx="5379000" cy="5143500"/>
          </a:xfrm>
          <a:prstGeom prst="rect">
            <a:avLst/>
          </a:prstGeom>
          <a:solidFill>
            <a:schemeClr val="l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294" name="Google Shape;294;p52"/>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5" name="Google Shape;295;p52"/>
          <p:cNvSpPr txBox="1"/>
          <p:nvPr>
            <p:ph type="title"/>
          </p:nvPr>
        </p:nvSpPr>
        <p:spPr>
          <a:xfrm>
            <a:off x="629842" y="431231"/>
            <a:ext cx="45501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Century Gothic"/>
              <a:buNone/>
              <a:defRPr b="1" i="0" sz="2100" u="none">
                <a:solidFill>
                  <a:schemeClr val="dk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96" name="Google Shape;296;p52"/>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
        <p:nvSpPr>
          <p:cNvPr id="297" name="Google Shape;297;p52"/>
          <p:cNvSpPr txBox="1"/>
          <p:nvPr>
            <p:ph idx="1" type="body"/>
          </p:nvPr>
        </p:nvSpPr>
        <p:spPr>
          <a:xfrm>
            <a:off x="629842" y="717805"/>
            <a:ext cx="4550100" cy="218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800"/>
              </a:spcBef>
              <a:spcAft>
                <a:spcPts val="0"/>
              </a:spcAft>
              <a:buClr>
                <a:schemeClr val="dk1"/>
              </a:buClr>
              <a:buSzPts val="1100"/>
              <a:buChar char="​"/>
              <a:defRPr sz="1100">
                <a:solidFill>
                  <a:schemeClr val="dk1"/>
                </a:solidFill>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half" showMasterSp="0">
  <p:cSld name="D. Green half">
    <p:bg>
      <p:bgPr>
        <a:gradFill>
          <a:gsLst>
            <a:gs pos="0">
              <a:srgbClr val="FF5F2C"/>
            </a:gs>
            <a:gs pos="100000">
              <a:srgbClr val="E03600"/>
            </a:gs>
          </a:gsLst>
          <a:lin ang="8100019" scaled="0"/>
        </a:gradFill>
      </p:bgPr>
    </p:bg>
    <p:spTree>
      <p:nvGrpSpPr>
        <p:cNvPr id="298" name="Shape 298"/>
        <p:cNvGrpSpPr/>
        <p:nvPr/>
      </p:nvGrpSpPr>
      <p:grpSpPr>
        <a:xfrm>
          <a:off x="0" y="0"/>
          <a:ext cx="0" cy="0"/>
          <a:chOff x="0" y="0"/>
          <a:chExt cx="0" cy="0"/>
        </a:xfrm>
      </p:grpSpPr>
      <p:sp>
        <p:nvSpPr>
          <p:cNvPr id="299" name="Google Shape;299;p53"/>
          <p:cNvSpPr/>
          <p:nvPr/>
        </p:nvSpPr>
        <p:spPr>
          <a:xfrm>
            <a:off x="4572000" y="0"/>
            <a:ext cx="4572000" cy="5143500"/>
          </a:xfrm>
          <a:prstGeom prst="rect">
            <a:avLst/>
          </a:prstGeom>
          <a:solidFill>
            <a:schemeClr val="lt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300" name="Google Shape;300;p53"/>
          <p:cNvSpPr/>
          <p:nvPr>
            <p:ph idx="2" type="pic"/>
          </p:nvPr>
        </p:nvSpPr>
        <p:spPr>
          <a:xfrm>
            <a:off x="4569016" y="0"/>
            <a:ext cx="4575000" cy="5143500"/>
          </a:xfrm>
          <a:prstGeom prst="rect">
            <a:avLst/>
          </a:prstGeom>
          <a:noFill/>
          <a:ln>
            <a:noFill/>
          </a:ln>
        </p:spPr>
      </p:sp>
      <p:pic>
        <p:nvPicPr>
          <p:cNvPr id="301" name="Google Shape;301;p53"/>
          <p:cNvPicPr preferRelativeResize="0"/>
          <p:nvPr/>
        </p:nvPicPr>
        <p:blipFill rotWithShape="1">
          <a:blip r:embed="rId2">
            <a:alphaModFix/>
          </a:blip>
          <a:srcRect b="27" l="29399" r="99" t="8740"/>
          <a:stretch/>
        </p:blipFill>
        <p:spPr>
          <a:xfrm flipH="1">
            <a:off x="4267186" y="0"/>
            <a:ext cx="312713" cy="5143500"/>
          </a:xfrm>
          <a:prstGeom prst="rect">
            <a:avLst/>
          </a:prstGeom>
          <a:noFill/>
          <a:ln>
            <a:noFill/>
          </a:ln>
        </p:spPr>
      </p:pic>
      <p:sp>
        <p:nvSpPr>
          <p:cNvPr id="302" name="Google Shape;302;p53"/>
          <p:cNvSpPr txBox="1"/>
          <p:nvPr>
            <p:ph type="title"/>
          </p:nvPr>
        </p:nvSpPr>
        <p:spPr>
          <a:xfrm>
            <a:off x="629841" y="1339200"/>
            <a:ext cx="3134100" cy="2465100"/>
          </a:xfrm>
          <a:prstGeom prst="rect">
            <a:avLst/>
          </a:prstGeom>
          <a:noFill/>
          <a:ln>
            <a:noFill/>
          </a:ln>
        </p:spPr>
        <p:txBody>
          <a:bodyPr anchorCtr="0" anchor="ctr" bIns="0" lIns="0" spcFirstLastPara="1" rIns="240025" wrap="square" tIns="0">
            <a:noAutofit/>
          </a:bodyPr>
          <a:lstStyle>
            <a:lvl1pPr lvl="0" algn="l">
              <a:lnSpc>
                <a:spcPct val="90000"/>
              </a:lnSpc>
              <a:spcBef>
                <a:spcPts val="0"/>
              </a:spcBef>
              <a:spcAft>
                <a:spcPts val="0"/>
              </a:spcAft>
              <a:buClr>
                <a:schemeClr val="lt1"/>
              </a:buClr>
              <a:buSzPts val="3300"/>
              <a:buFont typeface="Century Gothic"/>
              <a:buNone/>
              <a:defRPr sz="3300">
                <a:solidFill>
                  <a:schemeClr val="lt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03" name="Google Shape;303;p53"/>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04" name="Google Shape;304;p53"/>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two third" showMasterSp="0">
  <p:cSld name="D. Green two third">
    <p:bg>
      <p:bgPr>
        <a:gradFill>
          <a:gsLst>
            <a:gs pos="0">
              <a:srgbClr val="FF5F2C"/>
            </a:gs>
            <a:gs pos="100000">
              <a:srgbClr val="E03600"/>
            </a:gs>
          </a:gsLst>
          <a:lin ang="8100019" scaled="0"/>
        </a:gradFill>
      </p:bgPr>
    </p:bg>
    <p:spTree>
      <p:nvGrpSpPr>
        <p:cNvPr id="305" name="Shape 305"/>
        <p:cNvGrpSpPr/>
        <p:nvPr/>
      </p:nvGrpSpPr>
      <p:grpSpPr>
        <a:xfrm>
          <a:off x="0" y="0"/>
          <a:ext cx="0" cy="0"/>
          <a:chOff x="0" y="0"/>
          <a:chExt cx="0" cy="0"/>
        </a:xfrm>
      </p:grpSpPr>
      <p:pic>
        <p:nvPicPr>
          <p:cNvPr id="306" name="Google Shape;306;p54"/>
          <p:cNvPicPr preferRelativeResize="0"/>
          <p:nvPr/>
        </p:nvPicPr>
        <p:blipFill rotWithShape="1">
          <a:blip r:embed="rId2">
            <a:alphaModFix/>
          </a:blip>
          <a:srcRect b="27" l="29399" r="99" t="8740"/>
          <a:stretch/>
        </p:blipFill>
        <p:spPr>
          <a:xfrm flipH="1">
            <a:off x="5557387" y="0"/>
            <a:ext cx="312713" cy="5143500"/>
          </a:xfrm>
          <a:prstGeom prst="rect">
            <a:avLst/>
          </a:prstGeom>
          <a:noFill/>
          <a:ln>
            <a:noFill/>
          </a:ln>
        </p:spPr>
      </p:pic>
      <p:sp>
        <p:nvSpPr>
          <p:cNvPr id="307" name="Google Shape;307;p54"/>
          <p:cNvSpPr/>
          <p:nvPr/>
        </p:nvSpPr>
        <p:spPr>
          <a:xfrm>
            <a:off x="5864657" y="0"/>
            <a:ext cx="3279300" cy="5143500"/>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308" name="Google Shape;308;p54"/>
          <p:cNvSpPr/>
          <p:nvPr>
            <p:ph idx="2" type="pic"/>
          </p:nvPr>
        </p:nvSpPr>
        <p:spPr>
          <a:xfrm>
            <a:off x="5865019" y="0"/>
            <a:ext cx="3279000" cy="5143500"/>
          </a:xfrm>
          <a:prstGeom prst="rect">
            <a:avLst/>
          </a:prstGeom>
          <a:noFill/>
          <a:ln>
            <a:noFill/>
          </a:ln>
        </p:spPr>
      </p:sp>
      <p:sp>
        <p:nvSpPr>
          <p:cNvPr id="309" name="Google Shape;309;p54"/>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2"/>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10" name="Google Shape;310;p54"/>
          <p:cNvSpPr txBox="1"/>
          <p:nvPr>
            <p:ph type="title"/>
          </p:nvPr>
        </p:nvSpPr>
        <p:spPr>
          <a:xfrm>
            <a:off x="629841" y="1339200"/>
            <a:ext cx="4529100" cy="2465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3300"/>
              <a:buFont typeface="Century Gothic"/>
              <a:buNone/>
              <a:defRPr sz="3300">
                <a:solidFill>
                  <a:schemeClr val="lt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1" name="Google Shape;311;p54"/>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Left arrow" showMasterSp="0">
  <p:cSld name="D. Left arrow">
    <p:bg>
      <p:bgPr>
        <a:gradFill>
          <a:gsLst>
            <a:gs pos="0">
              <a:srgbClr val="FF5F2C"/>
            </a:gs>
            <a:gs pos="100000">
              <a:srgbClr val="E03600"/>
            </a:gs>
          </a:gsLst>
          <a:lin ang="8100019" scaled="0"/>
        </a:gradFill>
      </p:bgPr>
    </p:bg>
    <p:spTree>
      <p:nvGrpSpPr>
        <p:cNvPr id="312" name="Shape 312"/>
        <p:cNvGrpSpPr/>
        <p:nvPr/>
      </p:nvGrpSpPr>
      <p:grpSpPr>
        <a:xfrm>
          <a:off x="0" y="0"/>
          <a:ext cx="0" cy="0"/>
          <a:chOff x="0" y="0"/>
          <a:chExt cx="0" cy="0"/>
        </a:xfrm>
      </p:grpSpPr>
      <p:sp>
        <p:nvSpPr>
          <p:cNvPr id="313" name="Google Shape;313;p55"/>
          <p:cNvSpPr/>
          <p:nvPr/>
        </p:nvSpPr>
        <p:spPr>
          <a:xfrm>
            <a:off x="1143" y="983"/>
            <a:ext cx="3066234" cy="51435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314" name="Google Shape;314;p55"/>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315" name="Google Shape;315;p55"/>
          <p:cNvPicPr preferRelativeResize="0"/>
          <p:nvPr/>
        </p:nvPicPr>
        <p:blipFill rotWithShape="1">
          <a:blip r:embed="rId2">
            <a:alphaModFix/>
          </a:blip>
          <a:srcRect b="0" l="0" r="0" t="0"/>
          <a:stretch/>
        </p:blipFill>
        <p:spPr>
          <a:xfrm>
            <a:off x="2349331" y="2692799"/>
            <a:ext cx="1023938" cy="2537222"/>
          </a:xfrm>
          <a:custGeom>
            <a:rect b="b" l="l" r="r" t="t"/>
            <a:pathLst>
              <a:path extrusionOk="0" h="3382962" w="1365250">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ln>
            <a:noFill/>
          </a:ln>
        </p:spPr>
      </p:pic>
      <p:sp>
        <p:nvSpPr>
          <p:cNvPr id="316" name="Google Shape;316;p55"/>
          <p:cNvSpPr txBox="1"/>
          <p:nvPr>
            <p:ph type="title"/>
          </p:nvPr>
        </p:nvSpPr>
        <p:spPr>
          <a:xfrm>
            <a:off x="629841" y="2073152"/>
            <a:ext cx="1701600" cy="98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2100"/>
              <a:buFont typeface="Century Gothic"/>
              <a:buNone/>
              <a:defRPr>
                <a:solidFill>
                  <a:schemeClr val="dk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7" name="Google Shape;317;p55"/>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left arrow" showMasterSp="0">
  <p:cSld name="D. Green left arrow">
    <p:bg>
      <p:bgPr>
        <a:solidFill>
          <a:schemeClr val="lt2"/>
        </a:solidFill>
      </p:bgPr>
    </p:bg>
    <p:spTree>
      <p:nvGrpSpPr>
        <p:cNvPr id="318" name="Shape 318"/>
        <p:cNvGrpSpPr/>
        <p:nvPr/>
      </p:nvGrpSpPr>
      <p:grpSpPr>
        <a:xfrm>
          <a:off x="0" y="0"/>
          <a:ext cx="0" cy="0"/>
          <a:chOff x="0" y="0"/>
          <a:chExt cx="0" cy="0"/>
        </a:xfrm>
      </p:grpSpPr>
      <p:sp>
        <p:nvSpPr>
          <p:cNvPr id="319" name="Google Shape;319;p56"/>
          <p:cNvSpPr/>
          <p:nvPr/>
        </p:nvSpPr>
        <p:spPr>
          <a:xfrm>
            <a:off x="1143" y="983"/>
            <a:ext cx="3066234" cy="5143500"/>
          </a:xfrm>
          <a:custGeom>
            <a:rect b="b" l="l" r="r" t="t"/>
            <a:pathLst>
              <a:path extrusionOk="0" h="6858000" w="4088312">
                <a:moveTo>
                  <a:pt x="0" y="0"/>
                </a:moveTo>
                <a:lnTo>
                  <a:pt x="3264933" y="0"/>
                </a:lnTo>
                <a:lnTo>
                  <a:pt x="4088312" y="3429000"/>
                </a:lnTo>
                <a:lnTo>
                  <a:pt x="3264933" y="6858000"/>
                </a:lnTo>
                <a:lnTo>
                  <a:pt x="0" y="6858000"/>
                </a:lnTo>
                <a:close/>
              </a:path>
            </a:pathLst>
          </a:custGeom>
          <a:gradFill>
            <a:gsLst>
              <a:gs pos="0">
                <a:srgbClr val="FF5F2C"/>
              </a:gs>
              <a:gs pos="100000">
                <a:srgbClr val="E03600"/>
              </a:gs>
            </a:gsLst>
            <a:lin ang="8100019" scaled="0"/>
          </a:gra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320" name="Google Shape;320;p56"/>
          <p:cNvSpPr txBox="1"/>
          <p:nvPr>
            <p:ph type="title"/>
          </p:nvPr>
        </p:nvSpPr>
        <p:spPr>
          <a:xfrm>
            <a:off x="629841" y="2073152"/>
            <a:ext cx="1701600" cy="985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FFFFFF"/>
              </a:buClr>
              <a:buSzPts val="2100"/>
              <a:buFont typeface="Century Gothic"/>
              <a:buNone/>
              <a:defRPr>
                <a:solidFill>
                  <a:srgbClr val="FFFFFF"/>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21" name="Google Shape;321;p56"/>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sz="800">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322" name="Google Shape;322;p56"/>
          <p:cNvPicPr preferRelativeResize="0"/>
          <p:nvPr/>
        </p:nvPicPr>
        <p:blipFill rotWithShape="1">
          <a:blip r:embed="rId2">
            <a:alphaModFix/>
          </a:blip>
          <a:srcRect b="7720" l="0" r="0" t="6214"/>
          <a:stretch/>
        </p:blipFill>
        <p:spPr>
          <a:xfrm rot="125994">
            <a:off x="1632951" y="2553977"/>
            <a:ext cx="2022358" cy="2597751"/>
          </a:xfrm>
          <a:custGeom>
            <a:rect b="b" l="l" r="r" t="t"/>
            <a:pathLst>
              <a:path extrusionOk="0" h="3461745" w="2694666">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a:noFill/>
          <a:ln>
            <a:noFill/>
          </a:ln>
        </p:spPr>
      </p:pic>
      <p:sp>
        <p:nvSpPr>
          <p:cNvPr id="323" name="Google Shape;323;p56"/>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Arrow one third" showMasterSp="0">
  <p:cSld name="D. Arrow one third">
    <p:bg>
      <p:bgPr>
        <a:gradFill>
          <a:gsLst>
            <a:gs pos="0">
              <a:srgbClr val="FF5F2C"/>
            </a:gs>
            <a:gs pos="100000">
              <a:srgbClr val="E03600"/>
            </a:gs>
          </a:gsLst>
          <a:lin ang="8100019" scaled="0"/>
        </a:gradFill>
      </p:bgPr>
    </p:bg>
    <p:spTree>
      <p:nvGrpSpPr>
        <p:cNvPr id="324" name="Shape 324"/>
        <p:cNvGrpSpPr/>
        <p:nvPr/>
      </p:nvGrpSpPr>
      <p:grpSpPr>
        <a:xfrm>
          <a:off x="0" y="0"/>
          <a:ext cx="0" cy="0"/>
          <a:chOff x="0" y="0"/>
          <a:chExt cx="0" cy="0"/>
        </a:xfrm>
      </p:grpSpPr>
      <p:sp>
        <p:nvSpPr>
          <p:cNvPr id="325" name="Google Shape;325;p57"/>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26" name="Google Shape;326;p57"/>
          <p:cNvSpPr/>
          <p:nvPr/>
        </p:nvSpPr>
        <p:spPr>
          <a:xfrm>
            <a:off x="1" y="0"/>
            <a:ext cx="4070100" cy="5143500"/>
          </a:xfrm>
          <a:prstGeom prst="homePlate">
            <a:avLst>
              <a:gd fmla="val 12939" name="adj"/>
            </a:avLst>
          </a:prstGeom>
          <a:solidFill>
            <a:schemeClr val="lt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327" name="Google Shape;327;p57"/>
          <p:cNvSpPr txBox="1"/>
          <p:nvPr>
            <p:ph type="title"/>
          </p:nvPr>
        </p:nvSpPr>
        <p:spPr>
          <a:xfrm>
            <a:off x="629841" y="1339200"/>
            <a:ext cx="2889300" cy="2465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3300"/>
              <a:buFont typeface="Century Gothic"/>
              <a:buNone/>
              <a:defRPr b="1" sz="3300">
                <a:solidFill>
                  <a:schemeClr val="dk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328" name="Google Shape;328;p57"/>
          <p:cNvPicPr preferRelativeResize="0"/>
          <p:nvPr/>
        </p:nvPicPr>
        <p:blipFill rotWithShape="1">
          <a:blip r:embed="rId2">
            <a:alphaModFix/>
          </a:blip>
          <a:srcRect b="0" l="0" r="0" t="0"/>
          <a:stretch/>
        </p:blipFill>
        <p:spPr>
          <a:xfrm>
            <a:off x="3436144" y="2545794"/>
            <a:ext cx="973931" cy="2678906"/>
          </a:xfrm>
          <a:custGeom>
            <a:rect b="b" l="l" r="r" t="t"/>
            <a:pathLst>
              <a:path extrusionOk="0" h="3571875" w="12985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ln>
            <a:noFill/>
          </a:ln>
        </p:spPr>
      </p:pic>
      <p:sp>
        <p:nvSpPr>
          <p:cNvPr id="329" name="Google Shape;329;p57"/>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arrow one third" showMasterSp="0">
  <p:cSld name="D. Green arrow one third">
    <p:bg>
      <p:bgPr>
        <a:solidFill>
          <a:schemeClr val="lt2"/>
        </a:solidFill>
      </p:bgPr>
    </p:bg>
    <p:spTree>
      <p:nvGrpSpPr>
        <p:cNvPr id="330" name="Shape 330"/>
        <p:cNvGrpSpPr/>
        <p:nvPr/>
      </p:nvGrpSpPr>
      <p:grpSpPr>
        <a:xfrm>
          <a:off x="0" y="0"/>
          <a:ext cx="0" cy="0"/>
          <a:chOff x="0" y="0"/>
          <a:chExt cx="0" cy="0"/>
        </a:xfrm>
      </p:grpSpPr>
      <p:sp>
        <p:nvSpPr>
          <p:cNvPr id="331" name="Google Shape;331;p58"/>
          <p:cNvSpPr/>
          <p:nvPr/>
        </p:nvSpPr>
        <p:spPr>
          <a:xfrm>
            <a:off x="1" y="0"/>
            <a:ext cx="4070100" cy="5143500"/>
          </a:xfrm>
          <a:prstGeom prst="homePlate">
            <a:avLst>
              <a:gd fmla="val 12939" name="adj"/>
            </a:avLst>
          </a:prstGeom>
          <a:gradFill>
            <a:gsLst>
              <a:gs pos="0">
                <a:srgbClr val="FF5F2C"/>
              </a:gs>
              <a:gs pos="100000">
                <a:srgbClr val="E03600"/>
              </a:gs>
            </a:gsLst>
            <a:lin ang="8100019" scaled="0"/>
          </a:gra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332" name="Google Shape;332;p58"/>
          <p:cNvSpPr txBox="1"/>
          <p:nvPr>
            <p:ph type="title"/>
          </p:nvPr>
        </p:nvSpPr>
        <p:spPr>
          <a:xfrm>
            <a:off x="629841" y="1339200"/>
            <a:ext cx="2889300" cy="24651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rgbClr val="FFFFFF"/>
              </a:buClr>
              <a:buSzPts val="3300"/>
              <a:buFont typeface="Century Gothic"/>
              <a:buNone/>
              <a:defRPr b="1" sz="3300">
                <a:solidFill>
                  <a:srgbClr val="FFFFFF"/>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33" name="Google Shape;333;p58"/>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sz="800">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334" name="Google Shape;334;p58"/>
          <p:cNvPicPr preferRelativeResize="0"/>
          <p:nvPr/>
        </p:nvPicPr>
        <p:blipFill rotWithShape="1">
          <a:blip r:embed="rId2">
            <a:alphaModFix/>
          </a:blip>
          <a:srcRect b="6863" l="0" r="0" t="7565"/>
          <a:stretch/>
        </p:blipFill>
        <p:spPr>
          <a:xfrm>
            <a:off x="2683544" y="2562225"/>
            <a:ext cx="2021000" cy="2581275"/>
          </a:xfrm>
          <a:custGeom>
            <a:rect b="b" l="l" r="r" t="t"/>
            <a:pathLst>
              <a:path extrusionOk="0" h="3441700" w="2694666">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a:noFill/>
          <a:ln>
            <a:noFill/>
          </a:ln>
        </p:spPr>
      </p:pic>
      <p:sp>
        <p:nvSpPr>
          <p:cNvPr id="335" name="Google Shape;335;p58"/>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Arrow half" showMasterSp="0">
  <p:cSld name="D. Arrow half">
    <p:bg>
      <p:bgPr>
        <a:gradFill>
          <a:gsLst>
            <a:gs pos="0">
              <a:srgbClr val="FF5F2C"/>
            </a:gs>
            <a:gs pos="100000">
              <a:srgbClr val="E03600"/>
            </a:gs>
          </a:gsLst>
          <a:lin ang="8100019" scaled="0"/>
        </a:gradFill>
      </p:bgPr>
    </p:bg>
    <p:spTree>
      <p:nvGrpSpPr>
        <p:cNvPr id="336" name="Shape 336"/>
        <p:cNvGrpSpPr/>
        <p:nvPr/>
      </p:nvGrpSpPr>
      <p:grpSpPr>
        <a:xfrm>
          <a:off x="0" y="0"/>
          <a:ext cx="0" cy="0"/>
          <a:chOff x="0" y="0"/>
          <a:chExt cx="0" cy="0"/>
        </a:xfrm>
      </p:grpSpPr>
      <p:sp>
        <p:nvSpPr>
          <p:cNvPr id="337" name="Google Shape;337;p59"/>
          <p:cNvSpPr/>
          <p:nvPr/>
        </p:nvSpPr>
        <p:spPr>
          <a:xfrm>
            <a:off x="0" y="0"/>
            <a:ext cx="4772700" cy="5143500"/>
          </a:xfrm>
          <a:prstGeom prst="homePlate">
            <a:avLst>
              <a:gd fmla="val 12939" name="adj"/>
            </a:avLst>
          </a:prstGeom>
          <a:solidFill>
            <a:schemeClr val="lt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338" name="Google Shape;338;p59"/>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339" name="Google Shape;339;p59"/>
          <p:cNvPicPr preferRelativeResize="0"/>
          <p:nvPr/>
        </p:nvPicPr>
        <p:blipFill rotWithShape="1">
          <a:blip r:embed="rId2">
            <a:alphaModFix/>
          </a:blip>
          <a:srcRect b="0" l="0" r="0" t="0"/>
          <a:stretch/>
        </p:blipFill>
        <p:spPr>
          <a:xfrm>
            <a:off x="4048355" y="2692205"/>
            <a:ext cx="1023938" cy="2537221"/>
          </a:xfrm>
          <a:custGeom>
            <a:rect b="b" l="l" r="r" t="t"/>
            <a:pathLst>
              <a:path extrusionOk="0" h="3382962" w="136525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
        <p:nvSpPr>
          <p:cNvPr id="340" name="Google Shape;340;p59"/>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
        <p:nvSpPr>
          <p:cNvPr id="341" name="Google Shape;341;p59"/>
          <p:cNvSpPr txBox="1"/>
          <p:nvPr>
            <p:ph type="title"/>
          </p:nvPr>
        </p:nvSpPr>
        <p:spPr>
          <a:xfrm>
            <a:off x="629842" y="431231"/>
            <a:ext cx="34035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Century Gothic"/>
              <a:buNone/>
              <a:defRPr b="1" i="0" sz="2100" u="none">
                <a:solidFill>
                  <a:schemeClr val="dk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42" name="Google Shape;342;p59"/>
          <p:cNvSpPr txBox="1"/>
          <p:nvPr>
            <p:ph idx="1" type="body"/>
          </p:nvPr>
        </p:nvSpPr>
        <p:spPr>
          <a:xfrm>
            <a:off x="629842" y="717805"/>
            <a:ext cx="3403500" cy="218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800"/>
              </a:spcBef>
              <a:spcAft>
                <a:spcPts val="0"/>
              </a:spcAft>
              <a:buClr>
                <a:schemeClr val="dk1"/>
              </a:buClr>
              <a:buSzPts val="1100"/>
              <a:buChar char="​"/>
              <a:defRPr sz="1100">
                <a:solidFill>
                  <a:schemeClr val="dk1"/>
                </a:solidFill>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arrow half" showMasterSp="0">
  <p:cSld name="D. Green arrow half">
    <p:bg>
      <p:bgPr>
        <a:solidFill>
          <a:schemeClr val="lt2"/>
        </a:solidFill>
      </p:bgPr>
    </p:bg>
    <p:spTree>
      <p:nvGrpSpPr>
        <p:cNvPr id="343" name="Shape 343"/>
        <p:cNvGrpSpPr/>
        <p:nvPr/>
      </p:nvGrpSpPr>
      <p:grpSpPr>
        <a:xfrm>
          <a:off x="0" y="0"/>
          <a:ext cx="0" cy="0"/>
          <a:chOff x="0" y="0"/>
          <a:chExt cx="0" cy="0"/>
        </a:xfrm>
      </p:grpSpPr>
      <p:sp>
        <p:nvSpPr>
          <p:cNvPr id="344" name="Google Shape;344;p60"/>
          <p:cNvSpPr/>
          <p:nvPr/>
        </p:nvSpPr>
        <p:spPr>
          <a:xfrm>
            <a:off x="0" y="0"/>
            <a:ext cx="4772700" cy="5143500"/>
          </a:xfrm>
          <a:prstGeom prst="homePlate">
            <a:avLst>
              <a:gd fmla="val 12939" name="adj"/>
            </a:avLst>
          </a:prstGeom>
          <a:gradFill>
            <a:gsLst>
              <a:gs pos="0">
                <a:srgbClr val="FF5F2C"/>
              </a:gs>
              <a:gs pos="100000">
                <a:srgbClr val="E03600"/>
              </a:gs>
            </a:gsLst>
            <a:lin ang="8100019" scaled="0"/>
          </a:gra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345" name="Google Shape;345;p60"/>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sz="800">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346" name="Google Shape;346;p60"/>
          <p:cNvPicPr preferRelativeResize="0"/>
          <p:nvPr/>
        </p:nvPicPr>
        <p:blipFill rotWithShape="1">
          <a:blip r:embed="rId2">
            <a:alphaModFix/>
          </a:blip>
          <a:srcRect b="6861" l="0" r="0" t="9056"/>
          <a:stretch/>
        </p:blipFill>
        <p:spPr>
          <a:xfrm rot="125994">
            <a:off x="3347096" y="2557708"/>
            <a:ext cx="2022358" cy="2593853"/>
          </a:xfrm>
          <a:custGeom>
            <a:rect b="b" l="l" r="r" t="t"/>
            <a:pathLst>
              <a:path extrusionOk="0" h="3456551" w="2694666">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a:noFill/>
          <a:ln>
            <a:noFill/>
          </a:ln>
        </p:spPr>
      </p:pic>
      <p:sp>
        <p:nvSpPr>
          <p:cNvPr id="347" name="Google Shape;347;p60"/>
          <p:cNvSpPr txBox="1"/>
          <p:nvPr>
            <p:ph type="title"/>
          </p:nvPr>
        </p:nvSpPr>
        <p:spPr>
          <a:xfrm>
            <a:off x="629842" y="431231"/>
            <a:ext cx="34035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Font typeface="Century Gothic"/>
              <a:buNone/>
              <a:defRPr b="1" i="0" sz="2100" u="none">
                <a:solidFill>
                  <a:schemeClr val="lt2"/>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48" name="Google Shape;348;p60"/>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
        <p:nvSpPr>
          <p:cNvPr id="349" name="Google Shape;349;p60"/>
          <p:cNvSpPr txBox="1"/>
          <p:nvPr>
            <p:ph idx="1" type="body"/>
          </p:nvPr>
        </p:nvSpPr>
        <p:spPr>
          <a:xfrm>
            <a:off x="629842" y="717805"/>
            <a:ext cx="3403500" cy="218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800"/>
              </a:spcBef>
              <a:spcAft>
                <a:spcPts val="0"/>
              </a:spcAft>
              <a:buClr>
                <a:schemeClr val="lt2"/>
              </a:buClr>
              <a:buSzPts val="1100"/>
              <a:buChar char="​"/>
              <a:defRPr sz="1100">
                <a:solidFill>
                  <a:schemeClr val="lt2"/>
                </a:solidFill>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Arrow two third" showMasterSp="0">
  <p:cSld name="D. Arrow two third">
    <p:bg>
      <p:bgPr>
        <a:gradFill>
          <a:gsLst>
            <a:gs pos="0">
              <a:srgbClr val="FF5F2C"/>
            </a:gs>
            <a:gs pos="100000">
              <a:srgbClr val="E03600"/>
            </a:gs>
          </a:gsLst>
          <a:lin ang="8100019" scaled="0"/>
        </a:gradFill>
      </p:bgPr>
    </p:bg>
    <p:spTree>
      <p:nvGrpSpPr>
        <p:cNvPr id="350" name="Shape 350"/>
        <p:cNvGrpSpPr/>
        <p:nvPr/>
      </p:nvGrpSpPr>
      <p:grpSpPr>
        <a:xfrm>
          <a:off x="0" y="0"/>
          <a:ext cx="0" cy="0"/>
          <a:chOff x="0" y="0"/>
          <a:chExt cx="0" cy="0"/>
        </a:xfrm>
      </p:grpSpPr>
      <p:sp>
        <p:nvSpPr>
          <p:cNvPr id="351" name="Google Shape;351;p61"/>
          <p:cNvSpPr/>
          <p:nvPr/>
        </p:nvSpPr>
        <p:spPr>
          <a:xfrm>
            <a:off x="0" y="0"/>
            <a:ext cx="6334679" cy="5143500"/>
          </a:xfrm>
          <a:custGeom>
            <a:rect b="b" l="l" r="r" t="t"/>
            <a:pathLst>
              <a:path extrusionOk="0" h="6858000" w="8446239">
                <a:moveTo>
                  <a:pt x="0" y="0"/>
                </a:moveTo>
                <a:lnTo>
                  <a:pt x="7645979" y="0"/>
                </a:lnTo>
                <a:lnTo>
                  <a:pt x="8446239" y="3429000"/>
                </a:lnTo>
                <a:lnTo>
                  <a:pt x="7645979" y="6858000"/>
                </a:lnTo>
                <a:lnTo>
                  <a:pt x="0" y="6858000"/>
                </a:lnTo>
                <a:lnTo>
                  <a:pt x="0" y="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352" name="Google Shape;352;p61"/>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353" name="Google Shape;353;p61"/>
          <p:cNvPicPr preferRelativeResize="0"/>
          <p:nvPr/>
        </p:nvPicPr>
        <p:blipFill rotWithShape="1">
          <a:blip r:embed="rId2">
            <a:alphaModFix/>
          </a:blip>
          <a:srcRect b="0" l="0" r="0" t="0"/>
          <a:stretch/>
        </p:blipFill>
        <p:spPr>
          <a:xfrm>
            <a:off x="5617754" y="2692205"/>
            <a:ext cx="1023938" cy="2537221"/>
          </a:xfrm>
          <a:custGeom>
            <a:rect b="b" l="l" r="r" t="t"/>
            <a:pathLst>
              <a:path extrusionOk="0" h="3382962" w="1365250">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ln>
            <a:noFill/>
          </a:ln>
        </p:spPr>
      </p:pic>
      <p:sp>
        <p:nvSpPr>
          <p:cNvPr id="354" name="Google Shape;354;p61"/>
          <p:cNvSpPr txBox="1"/>
          <p:nvPr>
            <p:ph type="title"/>
          </p:nvPr>
        </p:nvSpPr>
        <p:spPr>
          <a:xfrm>
            <a:off x="629842" y="431231"/>
            <a:ext cx="45336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Century Gothic"/>
              <a:buNone/>
              <a:defRPr b="1" i="0" sz="2100" u="none">
                <a:solidFill>
                  <a:schemeClr val="dk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5" name="Google Shape;355;p61"/>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
        <p:nvSpPr>
          <p:cNvPr id="356" name="Google Shape;356;p61"/>
          <p:cNvSpPr txBox="1"/>
          <p:nvPr>
            <p:ph idx="1" type="body"/>
          </p:nvPr>
        </p:nvSpPr>
        <p:spPr>
          <a:xfrm>
            <a:off x="629842" y="717805"/>
            <a:ext cx="4533600" cy="218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800"/>
              </a:spcBef>
              <a:spcAft>
                <a:spcPts val="0"/>
              </a:spcAft>
              <a:buClr>
                <a:schemeClr val="dk1"/>
              </a:buClr>
              <a:buSzPts val="1100"/>
              <a:buChar char="​"/>
              <a:defRPr sz="1100">
                <a:solidFill>
                  <a:schemeClr val="dk1"/>
                </a:solidFill>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Green arrow two third" showMasterSp="0">
  <p:cSld name="D. Green arrow two third">
    <p:bg>
      <p:bgPr>
        <a:solidFill>
          <a:schemeClr val="lt1"/>
        </a:solidFill>
      </p:bgPr>
    </p:bg>
    <p:spTree>
      <p:nvGrpSpPr>
        <p:cNvPr id="357" name="Shape 357"/>
        <p:cNvGrpSpPr/>
        <p:nvPr/>
      </p:nvGrpSpPr>
      <p:grpSpPr>
        <a:xfrm>
          <a:off x="0" y="0"/>
          <a:ext cx="0" cy="0"/>
          <a:chOff x="0" y="0"/>
          <a:chExt cx="0" cy="0"/>
        </a:xfrm>
      </p:grpSpPr>
      <p:sp>
        <p:nvSpPr>
          <p:cNvPr id="358" name="Google Shape;358;p62"/>
          <p:cNvSpPr/>
          <p:nvPr/>
        </p:nvSpPr>
        <p:spPr>
          <a:xfrm>
            <a:off x="0" y="0"/>
            <a:ext cx="6334679" cy="5143500"/>
          </a:xfrm>
          <a:custGeom>
            <a:rect b="b" l="l" r="r" t="t"/>
            <a:pathLst>
              <a:path extrusionOk="0" h="6858000" w="8446239">
                <a:moveTo>
                  <a:pt x="0" y="0"/>
                </a:moveTo>
                <a:lnTo>
                  <a:pt x="7645979" y="0"/>
                </a:lnTo>
                <a:lnTo>
                  <a:pt x="8446239" y="3429000"/>
                </a:lnTo>
                <a:lnTo>
                  <a:pt x="7645979" y="6858000"/>
                </a:lnTo>
                <a:lnTo>
                  <a:pt x="0" y="6858000"/>
                </a:lnTo>
                <a:lnTo>
                  <a:pt x="0" y="0"/>
                </a:lnTo>
                <a:close/>
              </a:path>
            </a:pathLst>
          </a:custGeom>
          <a:gradFill>
            <a:gsLst>
              <a:gs pos="0">
                <a:srgbClr val="FF5F2C"/>
              </a:gs>
              <a:gs pos="100000">
                <a:srgbClr val="E03600"/>
              </a:gs>
            </a:gsLst>
            <a:lin ang="8100019" scaled="0"/>
          </a:gra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359" name="Google Shape;359;p62"/>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sz="800">
                <a:solidFill>
                  <a:schemeClr val="lt2"/>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360" name="Google Shape;360;p62"/>
          <p:cNvPicPr preferRelativeResize="0"/>
          <p:nvPr/>
        </p:nvPicPr>
        <p:blipFill rotWithShape="1">
          <a:blip r:embed="rId2">
            <a:alphaModFix/>
          </a:blip>
          <a:srcRect b="6861" l="0" r="0" t="9056"/>
          <a:stretch/>
        </p:blipFill>
        <p:spPr>
          <a:xfrm rot="125994">
            <a:off x="4927688" y="2557708"/>
            <a:ext cx="2022358" cy="2593853"/>
          </a:xfrm>
          <a:custGeom>
            <a:rect b="b" l="l" r="r" t="t"/>
            <a:pathLst>
              <a:path extrusionOk="0" h="3456551" w="2694666">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a:noFill/>
          <a:ln>
            <a:noFill/>
          </a:ln>
        </p:spPr>
      </p:pic>
      <p:sp>
        <p:nvSpPr>
          <p:cNvPr id="361" name="Google Shape;361;p62"/>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
        <p:nvSpPr>
          <p:cNvPr id="362" name="Google Shape;362;p62"/>
          <p:cNvSpPr txBox="1"/>
          <p:nvPr>
            <p:ph type="title"/>
          </p:nvPr>
        </p:nvSpPr>
        <p:spPr>
          <a:xfrm>
            <a:off x="629842" y="431231"/>
            <a:ext cx="45336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Font typeface="Century Gothic"/>
              <a:buNone/>
              <a:defRPr b="1" i="0" sz="2100" u="none">
                <a:solidFill>
                  <a:schemeClr val="lt2"/>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3" name="Google Shape;363;p62"/>
          <p:cNvSpPr txBox="1"/>
          <p:nvPr>
            <p:ph idx="1" type="body"/>
          </p:nvPr>
        </p:nvSpPr>
        <p:spPr>
          <a:xfrm>
            <a:off x="629842" y="717805"/>
            <a:ext cx="4533600" cy="218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800"/>
              </a:spcBef>
              <a:spcAft>
                <a:spcPts val="0"/>
              </a:spcAft>
              <a:buClr>
                <a:schemeClr val="lt2"/>
              </a:buClr>
              <a:buSzPts val="1100"/>
              <a:buChar char="​"/>
              <a:defRPr sz="1100">
                <a:solidFill>
                  <a:schemeClr val="lt2"/>
                </a:solidFill>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Big statement green" showMasterSp="0">
  <p:cSld name="D. Big statement green">
    <p:bg>
      <p:bgPr>
        <a:gradFill>
          <a:gsLst>
            <a:gs pos="0">
              <a:srgbClr val="FF5F2C"/>
            </a:gs>
            <a:gs pos="100000">
              <a:srgbClr val="E03600"/>
            </a:gs>
          </a:gsLst>
          <a:lin ang="8100019" scaled="0"/>
        </a:gradFill>
      </p:bgPr>
    </p:bg>
    <p:spTree>
      <p:nvGrpSpPr>
        <p:cNvPr id="364" name="Shape 364"/>
        <p:cNvGrpSpPr/>
        <p:nvPr/>
      </p:nvGrpSpPr>
      <p:grpSpPr>
        <a:xfrm>
          <a:off x="0" y="0"/>
          <a:ext cx="0" cy="0"/>
          <a:chOff x="0" y="0"/>
          <a:chExt cx="0" cy="0"/>
        </a:xfrm>
      </p:grpSpPr>
      <p:sp>
        <p:nvSpPr>
          <p:cNvPr id="365" name="Google Shape;365;p63"/>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6" name="Google Shape;366;p63"/>
          <p:cNvSpPr txBox="1"/>
          <p:nvPr>
            <p:ph type="title"/>
          </p:nvPr>
        </p:nvSpPr>
        <p:spPr>
          <a:xfrm>
            <a:off x="629842" y="2869750"/>
            <a:ext cx="7885500" cy="1204800"/>
          </a:xfrm>
          <a:prstGeom prst="rect">
            <a:avLst/>
          </a:prstGeom>
          <a:noFill/>
          <a:ln>
            <a:noFill/>
          </a:ln>
        </p:spPr>
        <p:txBody>
          <a:bodyPr anchorCtr="0" anchor="b" bIns="0" lIns="0" spcFirstLastPara="1" rIns="0" wrap="square" tIns="0">
            <a:noAutofit/>
          </a:bodyPr>
          <a:lstStyle>
            <a:lvl1pPr lvl="0" algn="l">
              <a:lnSpc>
                <a:spcPct val="111111"/>
              </a:lnSpc>
              <a:spcBef>
                <a:spcPts val="0"/>
              </a:spcBef>
              <a:spcAft>
                <a:spcPts val="0"/>
              </a:spcAft>
              <a:buClr>
                <a:schemeClr val="lt1"/>
              </a:buClr>
              <a:buSzPts val="4100"/>
              <a:buFont typeface="Century Gothic"/>
              <a:buNone/>
              <a:defRPr sz="4100">
                <a:solidFill>
                  <a:schemeClr val="lt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67" name="Google Shape;367;p63"/>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Big statement icon">
  <p:cSld name="D. Big statement icon">
    <p:bg>
      <p:bgPr>
        <a:solidFill>
          <a:schemeClr val="lt1"/>
        </a:solidFill>
      </p:bgPr>
    </p:bg>
    <p:spTree>
      <p:nvGrpSpPr>
        <p:cNvPr id="368" name="Shape 368"/>
        <p:cNvGrpSpPr/>
        <p:nvPr/>
      </p:nvGrpSpPr>
      <p:grpSpPr>
        <a:xfrm>
          <a:off x="0" y="0"/>
          <a:ext cx="0" cy="0"/>
          <a:chOff x="0" y="0"/>
          <a:chExt cx="0" cy="0"/>
        </a:xfrm>
      </p:grpSpPr>
      <p:sp>
        <p:nvSpPr>
          <p:cNvPr id="369" name="Google Shape;369;p64"/>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70" name="Google Shape;370;p64"/>
          <p:cNvSpPr/>
          <p:nvPr/>
        </p:nvSpPr>
        <p:spPr>
          <a:xfrm>
            <a:off x="629842" y="469106"/>
            <a:ext cx="699600" cy="699600"/>
          </a:xfrm>
          <a:prstGeom prst="rect">
            <a:avLst/>
          </a:prstGeom>
          <a:solidFill>
            <a:schemeClr val="lt2"/>
          </a:solidFill>
          <a:ln cap="flat" cmpd="sng" w="8075">
            <a:solidFill>
              <a:schemeClr val="accent1"/>
            </a:solidFill>
            <a:prstDash val="solid"/>
            <a:round/>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371" name="Google Shape;371;p64"/>
          <p:cNvSpPr txBox="1"/>
          <p:nvPr>
            <p:ph type="title"/>
          </p:nvPr>
        </p:nvSpPr>
        <p:spPr>
          <a:xfrm>
            <a:off x="629842" y="2869750"/>
            <a:ext cx="7885500" cy="1204800"/>
          </a:xfrm>
          <a:prstGeom prst="rect">
            <a:avLst/>
          </a:prstGeom>
          <a:noFill/>
          <a:ln>
            <a:noFill/>
          </a:ln>
        </p:spPr>
        <p:txBody>
          <a:bodyPr anchorCtr="0" anchor="b" bIns="0" lIns="0" spcFirstLastPara="1" rIns="0" wrap="square" tIns="0">
            <a:noAutofit/>
          </a:bodyPr>
          <a:lstStyle>
            <a:lvl1pPr lvl="0" algn="l">
              <a:lnSpc>
                <a:spcPct val="111111"/>
              </a:lnSpc>
              <a:spcBef>
                <a:spcPts val="0"/>
              </a:spcBef>
              <a:spcAft>
                <a:spcPts val="0"/>
              </a:spcAft>
              <a:buClr>
                <a:schemeClr val="accent1"/>
              </a:buClr>
              <a:buSzPts val="4100"/>
              <a:buFont typeface="Century Gothic"/>
              <a:buNone/>
              <a:defRPr sz="4100">
                <a:solidFill>
                  <a:schemeClr val="accent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Quote" showMasterSp="0">
  <p:cSld name="D. Quote">
    <p:bg>
      <p:bgPr>
        <a:solidFill>
          <a:srgbClr val="E03600"/>
        </a:solidFill>
      </p:bgPr>
    </p:bg>
    <p:spTree>
      <p:nvGrpSpPr>
        <p:cNvPr id="372" name="Shape 372"/>
        <p:cNvGrpSpPr/>
        <p:nvPr/>
      </p:nvGrpSpPr>
      <p:grpSpPr>
        <a:xfrm>
          <a:off x="0" y="0"/>
          <a:ext cx="0" cy="0"/>
          <a:chOff x="0" y="0"/>
          <a:chExt cx="0" cy="0"/>
        </a:xfrm>
      </p:grpSpPr>
      <p:sp>
        <p:nvSpPr>
          <p:cNvPr id="373" name="Google Shape;373;p65"/>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374" name="Google Shape;374;p65"/>
          <p:cNvPicPr preferRelativeResize="0"/>
          <p:nvPr/>
        </p:nvPicPr>
        <p:blipFill rotWithShape="1">
          <a:blip r:embed="rId2">
            <a:alphaModFix/>
          </a:blip>
          <a:srcRect b="1254" l="0" r="3633" t="0"/>
          <a:stretch/>
        </p:blipFill>
        <p:spPr>
          <a:xfrm flipH="1" rot="-5400000">
            <a:off x="5098096" y="76082"/>
            <a:ext cx="576943" cy="7514866"/>
          </a:xfrm>
          <a:custGeom>
            <a:rect b="b" l="l" r="r" t="t"/>
            <a:pathLst>
              <a:path extrusionOk="0" h="10019821" w="769257">
                <a:moveTo>
                  <a:pt x="0" y="0"/>
                </a:moveTo>
                <a:lnTo>
                  <a:pt x="0" y="4631160"/>
                </a:lnTo>
                <a:lnTo>
                  <a:pt x="216750" y="999646"/>
                </a:lnTo>
                <a:lnTo>
                  <a:pt x="197800" y="10019821"/>
                </a:lnTo>
                <a:lnTo>
                  <a:pt x="769257" y="10019821"/>
                </a:lnTo>
                <a:lnTo>
                  <a:pt x="769257" y="0"/>
                </a:lnTo>
                <a:close/>
              </a:path>
            </a:pathLst>
          </a:custGeom>
          <a:noFill/>
          <a:ln>
            <a:noFill/>
          </a:ln>
        </p:spPr>
      </p:pic>
      <p:sp>
        <p:nvSpPr>
          <p:cNvPr id="375" name="Google Shape;375;p65"/>
          <p:cNvSpPr/>
          <p:nvPr/>
        </p:nvSpPr>
        <p:spPr>
          <a:xfrm flipH="1">
            <a:off x="0" y="0"/>
            <a:ext cx="9144000" cy="4400501"/>
          </a:xfrm>
          <a:custGeom>
            <a:rect b="b" l="l" r="r" t="t"/>
            <a:pathLst>
              <a:path extrusionOk="0" h="5867335" w="12192000">
                <a:moveTo>
                  <a:pt x="12192000" y="0"/>
                </a:moveTo>
                <a:lnTo>
                  <a:pt x="0" y="0"/>
                </a:lnTo>
                <a:lnTo>
                  <a:pt x="0" y="4945992"/>
                </a:lnTo>
                <a:lnTo>
                  <a:pt x="9041587" y="4945992"/>
                </a:lnTo>
                <a:lnTo>
                  <a:pt x="9974275" y="5867335"/>
                </a:lnTo>
                <a:lnTo>
                  <a:pt x="9974275" y="4945992"/>
                </a:lnTo>
                <a:lnTo>
                  <a:pt x="12192000" y="4945992"/>
                </a:lnTo>
                <a:close/>
              </a:path>
            </a:pathLst>
          </a:custGeom>
          <a:solidFill>
            <a:srgbClr val="FF5F2C"/>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376" name="Google Shape;376;p65"/>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Special gray" showMasterSp="0">
  <p:cSld name="D. Special gray">
    <p:bg>
      <p:bgPr>
        <a:solidFill>
          <a:srgbClr val="2C2C2C"/>
        </a:solidFill>
      </p:bgPr>
    </p:bg>
    <p:spTree>
      <p:nvGrpSpPr>
        <p:cNvPr id="377" name="Shape 377"/>
        <p:cNvGrpSpPr/>
        <p:nvPr/>
      </p:nvGrpSpPr>
      <p:grpSpPr>
        <a:xfrm>
          <a:off x="0" y="0"/>
          <a:ext cx="0" cy="0"/>
          <a:chOff x="0" y="0"/>
          <a:chExt cx="0" cy="0"/>
        </a:xfrm>
      </p:grpSpPr>
      <p:sp>
        <p:nvSpPr>
          <p:cNvPr id="378" name="Google Shape;378;p66"/>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79" name="Google Shape;379;p66"/>
          <p:cNvSpPr txBox="1"/>
          <p:nvPr>
            <p:ph type="title"/>
          </p:nvPr>
        </p:nvSpPr>
        <p:spPr>
          <a:xfrm>
            <a:off x="629841" y="431231"/>
            <a:ext cx="71748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2"/>
              </a:buClr>
              <a:buSzPts val="2100"/>
              <a:buFont typeface="Century Gothic"/>
              <a:buNone/>
              <a:defRPr>
                <a:solidFill>
                  <a:schemeClr val="lt2"/>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0" name="Google Shape;380;p66"/>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
        <p:nvSpPr>
          <p:cNvPr id="381" name="Google Shape;381;p66"/>
          <p:cNvSpPr txBox="1"/>
          <p:nvPr>
            <p:ph idx="1" type="body"/>
          </p:nvPr>
        </p:nvSpPr>
        <p:spPr>
          <a:xfrm>
            <a:off x="629841" y="717805"/>
            <a:ext cx="7174800" cy="218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800"/>
              </a:spcBef>
              <a:spcAft>
                <a:spcPts val="0"/>
              </a:spcAft>
              <a:buClr>
                <a:schemeClr val="lt2"/>
              </a:buClr>
              <a:buSzPts val="1100"/>
              <a:buChar char="​"/>
              <a:defRPr sz="1100">
                <a:solidFill>
                  <a:schemeClr val="lt2"/>
                </a:solidFill>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able of contents" showMasterSp="0">
  <p:cSld name="D. Table of contents">
    <p:bg>
      <p:bgPr>
        <a:gradFill>
          <a:gsLst>
            <a:gs pos="0">
              <a:srgbClr val="FF5F2C"/>
            </a:gs>
            <a:gs pos="100000">
              <a:srgbClr val="E03600"/>
            </a:gs>
          </a:gsLst>
          <a:lin ang="8100019" scaled="0"/>
        </a:gradFill>
      </p:bgPr>
    </p:bg>
    <p:spTree>
      <p:nvGrpSpPr>
        <p:cNvPr id="382" name="Shape 382"/>
        <p:cNvGrpSpPr/>
        <p:nvPr/>
      </p:nvGrpSpPr>
      <p:grpSpPr>
        <a:xfrm>
          <a:off x="0" y="0"/>
          <a:ext cx="0" cy="0"/>
          <a:chOff x="0" y="0"/>
          <a:chExt cx="0" cy="0"/>
        </a:xfrm>
      </p:grpSpPr>
      <p:sp>
        <p:nvSpPr>
          <p:cNvPr id="383" name="Google Shape;383;p67"/>
          <p:cNvSpPr/>
          <p:nvPr/>
        </p:nvSpPr>
        <p:spPr>
          <a:xfrm>
            <a:off x="0" y="0"/>
            <a:ext cx="3066234" cy="51435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384" name="Google Shape;384;p67"/>
          <p:cNvSpPr/>
          <p:nvPr/>
        </p:nvSpPr>
        <p:spPr>
          <a:xfrm>
            <a:off x="0" y="0"/>
            <a:ext cx="3066234" cy="51435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385" name="Google Shape;385;p67"/>
          <p:cNvSpPr txBox="1"/>
          <p:nvPr/>
        </p:nvSpPr>
        <p:spPr>
          <a:xfrm>
            <a:off x="629842" y="2265032"/>
            <a:ext cx="1957200" cy="6660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chemeClr val="dk1"/>
              </a:buClr>
              <a:buSzPts val="2100"/>
              <a:buFont typeface="Century Gothic"/>
              <a:buNone/>
            </a:pPr>
            <a:r>
              <a:rPr b="1" lang="en-GB" sz="2100">
                <a:solidFill>
                  <a:schemeClr val="dk1"/>
                </a:solidFill>
                <a:latin typeface="Century Gothic"/>
                <a:ea typeface="Century Gothic"/>
                <a:cs typeface="Century Gothic"/>
                <a:sym typeface="Century Gothic"/>
              </a:rPr>
              <a:t>Table of contents</a:t>
            </a:r>
            <a:endParaRPr sz="1100"/>
          </a:p>
        </p:txBody>
      </p:sp>
      <p:sp>
        <p:nvSpPr>
          <p:cNvPr id="386" name="Google Shape;386;p67"/>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pic>
        <p:nvPicPr>
          <p:cNvPr id="387" name="Google Shape;387;p67"/>
          <p:cNvPicPr preferRelativeResize="0"/>
          <p:nvPr/>
        </p:nvPicPr>
        <p:blipFill rotWithShape="1">
          <a:blip r:embed="rId2">
            <a:alphaModFix/>
          </a:blip>
          <a:srcRect b="0" l="0" r="0" t="0"/>
          <a:stretch/>
        </p:blipFill>
        <p:spPr>
          <a:xfrm>
            <a:off x="2331478" y="2690061"/>
            <a:ext cx="1023938" cy="2537221"/>
          </a:xfrm>
          <a:custGeom>
            <a:rect b="b" l="l" r="r" t="t"/>
            <a:pathLst>
              <a:path extrusionOk="0" h="3382962" w="1365250">
                <a:moveTo>
                  <a:pt x="942801" y="0"/>
                </a:moveTo>
                <a:lnTo>
                  <a:pt x="1365250" y="0"/>
                </a:lnTo>
                <a:lnTo>
                  <a:pt x="1365250" y="3382962"/>
                </a:lnTo>
                <a:lnTo>
                  <a:pt x="128720" y="3382962"/>
                </a:lnTo>
                <a:close/>
                <a:moveTo>
                  <a:pt x="0" y="0"/>
                </a:moveTo>
                <a:lnTo>
                  <a:pt x="929501" y="0"/>
                </a:lnTo>
                <a:lnTo>
                  <a:pt x="0" y="2860398"/>
                </a:lnTo>
                <a:close/>
              </a:path>
            </a:pathLst>
          </a:custGeom>
          <a:noFill/>
          <a:ln>
            <a:noFill/>
          </a:ln>
        </p:spPr>
      </p:pic>
      <p:sp>
        <p:nvSpPr>
          <p:cNvPr id="388" name="Google Shape;388;p67"/>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Blank green" showMasterSp="0">
  <p:cSld name="D. Blank green">
    <p:bg>
      <p:bgPr>
        <a:gradFill>
          <a:gsLst>
            <a:gs pos="0">
              <a:srgbClr val="FF5F2C"/>
            </a:gs>
            <a:gs pos="100000">
              <a:srgbClr val="E03600"/>
            </a:gs>
          </a:gsLst>
          <a:lin ang="8100019" scaled="0"/>
        </a:gradFill>
      </p:bgPr>
    </p:bg>
    <p:spTree>
      <p:nvGrpSpPr>
        <p:cNvPr id="389" name="Shape 389"/>
        <p:cNvGrpSpPr/>
        <p:nvPr/>
      </p:nvGrpSpPr>
      <p:grpSpPr>
        <a:xfrm>
          <a:off x="0" y="0"/>
          <a:ext cx="0" cy="0"/>
          <a:chOff x="0" y="0"/>
          <a:chExt cx="0" cy="0"/>
        </a:xfrm>
      </p:grpSpPr>
      <p:sp>
        <p:nvSpPr>
          <p:cNvPr id="390" name="Google Shape;390;p68"/>
          <p:cNvSpPr txBox="1"/>
          <p:nvPr>
            <p:ph idx="10" type="dt"/>
          </p:nvPr>
        </p:nvSpPr>
        <p:spPr>
          <a:xfrm>
            <a:off x="4016231"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l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91" name="Google Shape;391;p68"/>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Disclaimer">
  <p:cSld name="D. Disclaimer">
    <p:spTree>
      <p:nvGrpSpPr>
        <p:cNvPr id="392" name="Shape 392"/>
        <p:cNvGrpSpPr/>
        <p:nvPr/>
      </p:nvGrpSpPr>
      <p:grpSpPr>
        <a:xfrm>
          <a:off x="0" y="0"/>
          <a:ext cx="0" cy="0"/>
          <a:chOff x="0" y="0"/>
          <a:chExt cx="0" cy="0"/>
        </a:xfrm>
      </p:grpSpPr>
      <p:sp>
        <p:nvSpPr>
          <p:cNvPr id="393" name="Google Shape;393;p69"/>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94" name="Google Shape;394;p69"/>
          <p:cNvSpPr txBox="1"/>
          <p:nvPr>
            <p:ph idx="1" type="body"/>
          </p:nvPr>
        </p:nvSpPr>
        <p:spPr>
          <a:xfrm>
            <a:off x="3766369" y="1248192"/>
            <a:ext cx="4656900" cy="2493000"/>
          </a:xfrm>
          <a:prstGeom prst="rect">
            <a:avLst/>
          </a:prstGeom>
          <a:noFill/>
          <a:ln>
            <a:noFill/>
          </a:ln>
        </p:spPr>
        <p:txBody>
          <a:bodyPr anchorCtr="0" anchor="t" bIns="0" lIns="0" spcFirstLastPara="1" rIns="0" wrap="square" tIns="0">
            <a:noAutofit/>
          </a:bodyPr>
          <a:lstStyle>
            <a:lvl1pPr indent="-273050" lvl="0" marL="457200" algn="l">
              <a:lnSpc>
                <a:spcPct val="110000"/>
              </a:lnSpc>
              <a:spcBef>
                <a:spcPts val="500"/>
              </a:spcBef>
              <a:spcAft>
                <a:spcPts val="0"/>
              </a:spcAft>
              <a:buClr>
                <a:schemeClr val="dk1"/>
              </a:buClr>
              <a:buSzPts val="700"/>
              <a:buChar char="​"/>
              <a:defRPr sz="700">
                <a:latin typeface="Century Gothic"/>
                <a:ea typeface="Century Gothic"/>
                <a:cs typeface="Century Gothic"/>
                <a:sym typeface="Century Gothic"/>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
        <p:nvSpPr>
          <p:cNvPr id="395" name="Google Shape;395;p69"/>
          <p:cNvSpPr txBox="1"/>
          <p:nvPr/>
        </p:nvSpPr>
        <p:spPr>
          <a:xfrm>
            <a:off x="629842" y="2286938"/>
            <a:ext cx="2249100" cy="415500"/>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chemeClr val="accent1"/>
              </a:buClr>
              <a:buSzPts val="3000"/>
              <a:buFont typeface="Century Gothic"/>
              <a:buNone/>
            </a:pPr>
            <a:r>
              <a:rPr b="1" lang="en-GB" sz="3000">
                <a:solidFill>
                  <a:schemeClr val="accent1"/>
                </a:solidFill>
                <a:latin typeface="Century Gothic"/>
                <a:ea typeface="Century Gothic"/>
                <a:cs typeface="Century Gothic"/>
                <a:sym typeface="Century Gothic"/>
              </a:rPr>
              <a:t>Disclaimer</a:t>
            </a:r>
            <a:endParaRPr sz="1100"/>
          </a:p>
        </p:txBody>
      </p:sp>
      <p:cxnSp>
        <p:nvCxnSpPr>
          <p:cNvPr id="396" name="Google Shape;396;p69"/>
          <p:cNvCxnSpPr/>
          <p:nvPr/>
        </p:nvCxnSpPr>
        <p:spPr>
          <a:xfrm>
            <a:off x="3275924" y="1222639"/>
            <a:ext cx="0" cy="2544000"/>
          </a:xfrm>
          <a:prstGeom prst="straightConnector1">
            <a:avLst/>
          </a:prstGeom>
          <a:noFill/>
          <a:ln cap="flat" cmpd="sng" w="7150">
            <a:solidFill>
              <a:schemeClr val="accent1"/>
            </a:solidFill>
            <a:prstDash val="solid"/>
            <a:miter lim="800000"/>
            <a:headEnd len="sm" w="sm" type="none"/>
            <a:tailEnd len="sm" w="sm" type="none"/>
          </a:ln>
        </p:spPr>
      </p:cxnSp>
    </p:spTree>
  </p:cSld>
  <p:clrMapOvr>
    <a:masterClrMapping/>
  </p:clrMapOvr>
  <mc:AlternateContent>
    <mc:Choice Requires="p14">
      <p:transition p14:dur="250">
        <p:fade/>
      </p:transition>
    </mc:Choice>
    <mc:Fallback>
      <p:transition>
        <p:fade/>
      </p:transition>
    </mc:Fallback>
  </mc:AlternateContent>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End" showMasterSp="0">
  <p:cSld name="D. End">
    <p:bg>
      <p:bgPr>
        <a:solidFill>
          <a:schemeClr val="accent1"/>
        </a:solidFill>
      </p:bgPr>
    </p:bg>
    <p:spTree>
      <p:nvGrpSpPr>
        <p:cNvPr id="397" name="Shape 397"/>
        <p:cNvGrpSpPr/>
        <p:nvPr/>
      </p:nvGrpSpPr>
      <p:grpSpPr>
        <a:xfrm>
          <a:off x="0" y="0"/>
          <a:ext cx="0" cy="0"/>
          <a:chOff x="0" y="0"/>
          <a:chExt cx="0" cy="0"/>
        </a:xfrm>
      </p:grpSpPr>
      <p:pic>
        <p:nvPicPr>
          <p:cNvPr id="398" name="Google Shape;398;p70"/>
          <p:cNvPicPr preferRelativeResize="0"/>
          <p:nvPr/>
        </p:nvPicPr>
        <p:blipFill rotWithShape="1">
          <a:blip r:embed="rId2">
            <a:alphaModFix/>
          </a:blip>
          <a:srcRect b="0" l="-1249" r="504" t="0"/>
          <a:stretch/>
        </p:blipFill>
        <p:spPr>
          <a:xfrm>
            <a:off x="0" y="1"/>
            <a:ext cx="9144002" cy="5143502"/>
          </a:xfrm>
          <a:prstGeom prst="rect">
            <a:avLst/>
          </a:prstGeom>
          <a:noFill/>
          <a:ln>
            <a:noFill/>
          </a:ln>
        </p:spPr>
      </p:pic>
      <p:pic>
        <p:nvPicPr>
          <p:cNvPr id="399" name="Google Shape;399;p70"/>
          <p:cNvPicPr preferRelativeResize="0"/>
          <p:nvPr/>
        </p:nvPicPr>
        <p:blipFill rotWithShape="1">
          <a:blip r:embed="rId3">
            <a:alphaModFix/>
          </a:blip>
          <a:srcRect b="5969" l="0" r="11442" t="25888"/>
          <a:stretch/>
        </p:blipFill>
        <p:spPr>
          <a:xfrm>
            <a:off x="2895493" y="1553163"/>
            <a:ext cx="3354350" cy="2037171"/>
          </a:xfrm>
          <a:prstGeom prst="rect">
            <a:avLst/>
          </a:pr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Layout guide">
  <p:cSld name="D. Layout guide">
    <p:bg>
      <p:bgPr>
        <a:solidFill>
          <a:schemeClr val="lt2"/>
        </a:solidFill>
      </p:bgPr>
    </p:bg>
    <p:spTree>
      <p:nvGrpSpPr>
        <p:cNvPr id="400" name="Shape 400"/>
        <p:cNvGrpSpPr/>
        <p:nvPr/>
      </p:nvGrpSpPr>
      <p:grpSpPr>
        <a:xfrm>
          <a:off x="0" y="0"/>
          <a:ext cx="0" cy="0"/>
          <a:chOff x="0" y="0"/>
          <a:chExt cx="0" cy="0"/>
        </a:xfrm>
      </p:grpSpPr>
      <p:sp>
        <p:nvSpPr>
          <p:cNvPr id="401" name="Google Shape;401;p71"/>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grpSp>
        <p:nvGrpSpPr>
          <p:cNvPr id="402" name="Google Shape;402;p71"/>
          <p:cNvGrpSpPr/>
          <p:nvPr/>
        </p:nvGrpSpPr>
        <p:grpSpPr>
          <a:xfrm>
            <a:off x="-606" y="-1"/>
            <a:ext cx="9145506" cy="5143502"/>
            <a:chOff x="-808" y="-1"/>
            <a:chExt cx="12194008" cy="6858002"/>
          </a:xfrm>
        </p:grpSpPr>
        <p:sp>
          <p:nvSpPr>
            <p:cNvPr id="403" name="Google Shape;403;p71"/>
            <p:cNvSpPr/>
            <p:nvPr/>
          </p:nvSpPr>
          <p:spPr>
            <a:xfrm>
              <a:off x="-600" y="0"/>
              <a:ext cx="12193204" cy="6858001"/>
            </a:xfrm>
            <a:custGeom>
              <a:rect b="b" l="l" r="r" t="t"/>
              <a:pathLst>
                <a:path extrusionOk="0" h="3396" w="602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rgbClr val="FFFFFF"/>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chemeClr val="dk1"/>
                </a:buClr>
                <a:buSzPts val="1400"/>
                <a:buFont typeface="Century Gothic"/>
                <a:buNone/>
              </a:pPr>
              <a:r>
                <a:t/>
              </a:r>
              <a:endParaRPr b="0" i="0" sz="1400" u="none" cap="none" strike="noStrike">
                <a:solidFill>
                  <a:srgbClr val="575757"/>
                </a:solidFill>
                <a:latin typeface="Century Gothic"/>
                <a:ea typeface="Century Gothic"/>
                <a:cs typeface="Century Gothic"/>
                <a:sym typeface="Century Gothic"/>
              </a:endParaRPr>
            </a:p>
          </p:txBody>
        </p:sp>
        <p:sp>
          <p:nvSpPr>
            <p:cNvPr id="404" name="Google Shape;404;p71"/>
            <p:cNvSpPr/>
            <p:nvPr/>
          </p:nvSpPr>
          <p:spPr>
            <a:xfrm>
              <a:off x="0" y="-1"/>
              <a:ext cx="12193200" cy="6858000"/>
            </a:xfrm>
            <a:custGeom>
              <a:rect b="b" l="l" r="r" t="t"/>
              <a:pathLst>
                <a:path extrusionOk="0" h="6858000" w="12193200">
                  <a:moveTo>
                    <a:pt x="839789" y="574976"/>
                  </a:moveTo>
                  <a:lnTo>
                    <a:pt x="839789" y="6224034"/>
                  </a:lnTo>
                  <a:lnTo>
                    <a:pt x="11353802" y="6224034"/>
                  </a:lnTo>
                  <a:lnTo>
                    <a:pt x="11353802" y="574976"/>
                  </a:lnTo>
                  <a:close/>
                  <a:moveTo>
                    <a:pt x="0" y="0"/>
                  </a:moveTo>
                  <a:lnTo>
                    <a:pt x="12193200" y="0"/>
                  </a:lnTo>
                  <a:lnTo>
                    <a:pt x="12193200" y="6858000"/>
                  </a:lnTo>
                  <a:lnTo>
                    <a:pt x="0" y="6858000"/>
                  </a:lnTo>
                  <a:close/>
                </a:path>
              </a:pathLst>
            </a:custGeom>
            <a:solidFill>
              <a:schemeClr val="accent2">
                <a:alpha val="471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grpSp>
          <p:nvGrpSpPr>
            <p:cNvPr id="405" name="Google Shape;405;p71"/>
            <p:cNvGrpSpPr/>
            <p:nvPr/>
          </p:nvGrpSpPr>
          <p:grpSpPr>
            <a:xfrm>
              <a:off x="-808" y="574956"/>
              <a:ext cx="12192907" cy="5233383"/>
              <a:chOff x="12623800" y="622800"/>
              <a:chExt cx="11175900" cy="5536800"/>
            </a:xfrm>
          </p:grpSpPr>
          <p:cxnSp>
            <p:nvCxnSpPr>
              <p:cNvPr id="406" name="Google Shape;406;p71"/>
              <p:cNvCxnSpPr/>
              <p:nvPr/>
            </p:nvCxnSpPr>
            <p:spPr>
              <a:xfrm>
                <a:off x="12623800" y="622800"/>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07" name="Google Shape;407;p71"/>
              <p:cNvCxnSpPr/>
              <p:nvPr/>
            </p:nvCxnSpPr>
            <p:spPr>
              <a:xfrm>
                <a:off x="12623800" y="914211"/>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08" name="Google Shape;408;p71"/>
              <p:cNvCxnSpPr/>
              <p:nvPr/>
            </p:nvCxnSpPr>
            <p:spPr>
              <a:xfrm>
                <a:off x="12623800" y="1205622"/>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09" name="Google Shape;409;p71"/>
              <p:cNvCxnSpPr/>
              <p:nvPr/>
            </p:nvCxnSpPr>
            <p:spPr>
              <a:xfrm>
                <a:off x="12623800" y="1497600"/>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10" name="Google Shape;410;p71"/>
              <p:cNvCxnSpPr/>
              <p:nvPr/>
            </p:nvCxnSpPr>
            <p:spPr>
              <a:xfrm>
                <a:off x="12623800" y="1788444"/>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11" name="Google Shape;411;p71"/>
              <p:cNvCxnSpPr/>
              <p:nvPr/>
            </p:nvCxnSpPr>
            <p:spPr>
              <a:xfrm>
                <a:off x="12623800" y="2079855"/>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12" name="Google Shape;412;p71"/>
              <p:cNvCxnSpPr/>
              <p:nvPr/>
            </p:nvCxnSpPr>
            <p:spPr>
              <a:xfrm>
                <a:off x="12623800" y="2371266"/>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13" name="Google Shape;413;p71"/>
              <p:cNvCxnSpPr/>
              <p:nvPr/>
            </p:nvCxnSpPr>
            <p:spPr>
              <a:xfrm>
                <a:off x="12623800" y="2662677"/>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14" name="Google Shape;414;p71"/>
              <p:cNvCxnSpPr/>
              <p:nvPr/>
            </p:nvCxnSpPr>
            <p:spPr>
              <a:xfrm>
                <a:off x="12623800" y="2954088"/>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15" name="Google Shape;415;p71"/>
              <p:cNvCxnSpPr/>
              <p:nvPr/>
            </p:nvCxnSpPr>
            <p:spPr>
              <a:xfrm>
                <a:off x="12623800" y="3245499"/>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16" name="Google Shape;416;p71"/>
              <p:cNvCxnSpPr/>
              <p:nvPr/>
            </p:nvCxnSpPr>
            <p:spPr>
              <a:xfrm>
                <a:off x="12623800" y="3536910"/>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17" name="Google Shape;417;p71"/>
              <p:cNvCxnSpPr/>
              <p:nvPr/>
            </p:nvCxnSpPr>
            <p:spPr>
              <a:xfrm>
                <a:off x="12623800" y="3828321"/>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18" name="Google Shape;418;p71"/>
              <p:cNvCxnSpPr/>
              <p:nvPr/>
            </p:nvCxnSpPr>
            <p:spPr>
              <a:xfrm>
                <a:off x="12623800" y="4119732"/>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19" name="Google Shape;419;p71"/>
              <p:cNvCxnSpPr/>
              <p:nvPr/>
            </p:nvCxnSpPr>
            <p:spPr>
              <a:xfrm>
                <a:off x="12623800" y="4411143"/>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20" name="Google Shape;420;p71"/>
              <p:cNvCxnSpPr/>
              <p:nvPr/>
            </p:nvCxnSpPr>
            <p:spPr>
              <a:xfrm>
                <a:off x="12623800" y="4702554"/>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21" name="Google Shape;421;p71"/>
              <p:cNvCxnSpPr/>
              <p:nvPr/>
            </p:nvCxnSpPr>
            <p:spPr>
              <a:xfrm>
                <a:off x="12623800" y="4993965"/>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22" name="Google Shape;422;p71"/>
              <p:cNvCxnSpPr/>
              <p:nvPr/>
            </p:nvCxnSpPr>
            <p:spPr>
              <a:xfrm>
                <a:off x="12623800" y="5285376"/>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23" name="Google Shape;423;p71"/>
              <p:cNvCxnSpPr/>
              <p:nvPr/>
            </p:nvCxnSpPr>
            <p:spPr>
              <a:xfrm>
                <a:off x="12623800" y="5576787"/>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24" name="Google Shape;424;p71"/>
              <p:cNvCxnSpPr/>
              <p:nvPr/>
            </p:nvCxnSpPr>
            <p:spPr>
              <a:xfrm>
                <a:off x="12623800" y="5868198"/>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cxnSp>
            <p:nvCxnSpPr>
              <p:cNvPr id="425" name="Google Shape;425;p71"/>
              <p:cNvCxnSpPr/>
              <p:nvPr/>
            </p:nvCxnSpPr>
            <p:spPr>
              <a:xfrm>
                <a:off x="12623800" y="6159600"/>
                <a:ext cx="11175900" cy="0"/>
              </a:xfrm>
              <a:prstGeom prst="straightConnector1">
                <a:avLst/>
              </a:prstGeom>
              <a:noFill/>
              <a:ln cap="flat" cmpd="sng" w="7150">
                <a:solidFill>
                  <a:srgbClr val="30C1D7">
                    <a:alpha val="40000"/>
                  </a:srgbClr>
                </a:solidFill>
                <a:prstDash val="solid"/>
                <a:miter lim="800000"/>
                <a:headEnd len="sm" w="sm" type="none"/>
                <a:tailEnd len="sm" w="sm" type="none"/>
              </a:ln>
            </p:spPr>
          </p:cxnSp>
        </p:grpSp>
        <p:grpSp>
          <p:nvGrpSpPr>
            <p:cNvPr id="426" name="Google Shape;426;p71"/>
            <p:cNvGrpSpPr/>
            <p:nvPr/>
          </p:nvGrpSpPr>
          <p:grpSpPr>
            <a:xfrm>
              <a:off x="1277000" y="574982"/>
              <a:ext cx="9638000" cy="5233667"/>
              <a:chOff x="1277000" y="623550"/>
              <a:chExt cx="9638000" cy="5537100"/>
            </a:xfrm>
          </p:grpSpPr>
          <p:sp>
            <p:nvSpPr>
              <p:cNvPr id="427" name="Google Shape;427;p71"/>
              <p:cNvSpPr/>
              <p:nvPr/>
            </p:nvSpPr>
            <p:spPr>
              <a:xfrm>
                <a:off x="688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28" name="Google Shape;428;p71"/>
              <p:cNvSpPr/>
              <p:nvPr/>
            </p:nvSpPr>
            <p:spPr>
              <a:xfrm>
                <a:off x="875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29" name="Google Shape;429;p71"/>
              <p:cNvSpPr/>
              <p:nvPr/>
            </p:nvSpPr>
            <p:spPr>
              <a:xfrm>
                <a:off x="7822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30" name="Google Shape;430;p71"/>
              <p:cNvSpPr/>
              <p:nvPr/>
            </p:nvSpPr>
            <p:spPr>
              <a:xfrm>
                <a:off x="9692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31" name="Google Shape;431;p71"/>
              <p:cNvSpPr/>
              <p:nvPr/>
            </p:nvSpPr>
            <p:spPr>
              <a:xfrm>
                <a:off x="1062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32" name="Google Shape;432;p71"/>
              <p:cNvSpPr/>
              <p:nvPr/>
            </p:nvSpPr>
            <p:spPr>
              <a:xfrm>
                <a:off x="5952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33" name="Google Shape;433;p71"/>
              <p:cNvSpPr/>
              <p:nvPr/>
            </p:nvSpPr>
            <p:spPr>
              <a:xfrm>
                <a:off x="127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34" name="Google Shape;434;p71"/>
              <p:cNvSpPr/>
              <p:nvPr/>
            </p:nvSpPr>
            <p:spPr>
              <a:xfrm>
                <a:off x="2212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35" name="Google Shape;435;p71"/>
              <p:cNvSpPr/>
              <p:nvPr/>
            </p:nvSpPr>
            <p:spPr>
              <a:xfrm>
                <a:off x="314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36" name="Google Shape;436;p71"/>
              <p:cNvSpPr/>
              <p:nvPr/>
            </p:nvSpPr>
            <p:spPr>
              <a:xfrm>
                <a:off x="4082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37" name="Google Shape;437;p71"/>
              <p:cNvSpPr/>
              <p:nvPr/>
            </p:nvSpPr>
            <p:spPr>
              <a:xfrm>
                <a:off x="5017000" y="623550"/>
                <a:ext cx="288000" cy="5537100"/>
              </a:xfrm>
              <a:prstGeom prst="rect">
                <a:avLst/>
              </a:prstGeom>
              <a:solidFill>
                <a:schemeClr val="accent5">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grpSp>
        <p:sp>
          <p:nvSpPr>
            <p:cNvPr id="438" name="Google Shape;438;p71"/>
            <p:cNvSpPr/>
            <p:nvPr/>
          </p:nvSpPr>
          <p:spPr>
            <a:xfrm>
              <a:off x="839789" y="5808535"/>
              <a:ext cx="10514100" cy="415500"/>
            </a:xfrm>
            <a:prstGeom prst="rect">
              <a:avLst/>
            </a:prstGeom>
            <a:solidFill>
              <a:schemeClr val="accent3">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39" name="Google Shape;439;p71"/>
            <p:cNvSpPr/>
            <p:nvPr/>
          </p:nvSpPr>
          <p:spPr>
            <a:xfrm>
              <a:off x="839789" y="1497600"/>
              <a:ext cx="10514100" cy="583200"/>
            </a:xfrm>
            <a:prstGeom prst="rect">
              <a:avLst/>
            </a:prstGeom>
            <a:solidFill>
              <a:schemeClr val="accent3">
                <a:alpha val="149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grpSp>
          <p:nvGrpSpPr>
            <p:cNvPr id="440" name="Google Shape;440;p71"/>
            <p:cNvGrpSpPr/>
            <p:nvPr/>
          </p:nvGrpSpPr>
          <p:grpSpPr>
            <a:xfrm>
              <a:off x="839815" y="5556364"/>
              <a:ext cx="10514549" cy="79500"/>
              <a:chOff x="629400" y="5975122"/>
              <a:chExt cx="10933294" cy="79500"/>
            </a:xfrm>
          </p:grpSpPr>
          <p:sp>
            <p:nvSpPr>
              <p:cNvPr id="441" name="Google Shape;441;p71"/>
              <p:cNvSpPr/>
              <p:nvPr/>
            </p:nvSpPr>
            <p:spPr>
              <a:xfrm>
                <a:off x="2880128" y="5975122"/>
                <a:ext cx="1930200" cy="79500"/>
              </a:xfrm>
              <a:prstGeom prst="rect">
                <a:avLst/>
              </a:prstGeom>
              <a:solidFill>
                <a:schemeClr val="accent5">
                  <a:alpha val="98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42" name="Google Shape;442;p71"/>
              <p:cNvSpPr/>
              <p:nvPr/>
            </p:nvSpPr>
            <p:spPr>
              <a:xfrm>
                <a:off x="9626194" y="5975122"/>
                <a:ext cx="1936500" cy="79500"/>
              </a:xfrm>
              <a:prstGeom prst="rect">
                <a:avLst/>
              </a:prstGeom>
              <a:solidFill>
                <a:schemeClr val="accent5">
                  <a:alpha val="98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43" name="Google Shape;443;p71"/>
              <p:cNvSpPr/>
              <p:nvPr/>
            </p:nvSpPr>
            <p:spPr>
              <a:xfrm>
                <a:off x="7372407" y="5975122"/>
                <a:ext cx="1936500" cy="79500"/>
              </a:xfrm>
              <a:prstGeom prst="rect">
                <a:avLst/>
              </a:prstGeom>
              <a:solidFill>
                <a:schemeClr val="accent5">
                  <a:alpha val="98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44" name="Google Shape;444;p71"/>
              <p:cNvSpPr/>
              <p:nvPr/>
            </p:nvSpPr>
            <p:spPr>
              <a:xfrm>
                <a:off x="5127797" y="5975122"/>
                <a:ext cx="1927200" cy="79500"/>
              </a:xfrm>
              <a:prstGeom prst="rect">
                <a:avLst/>
              </a:prstGeom>
              <a:solidFill>
                <a:schemeClr val="accent5">
                  <a:alpha val="98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sp>
            <p:nvSpPr>
              <p:cNvPr id="445" name="Google Shape;445;p71"/>
              <p:cNvSpPr/>
              <p:nvPr/>
            </p:nvSpPr>
            <p:spPr>
              <a:xfrm>
                <a:off x="629400" y="5975122"/>
                <a:ext cx="1933200" cy="79500"/>
              </a:xfrm>
              <a:prstGeom prst="rect">
                <a:avLst/>
              </a:prstGeom>
              <a:solidFill>
                <a:schemeClr val="accent5">
                  <a:alpha val="9800"/>
                </a:scheme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entury Gothic"/>
                  <a:ea typeface="Century Gothic"/>
                  <a:cs typeface="Century Gothic"/>
                  <a:sym typeface="Century Gothic"/>
                </a:endParaRPr>
              </a:p>
            </p:txBody>
          </p:sp>
        </p:grpSp>
        <p:sp>
          <p:nvSpPr>
            <p:cNvPr id="446" name="Google Shape;446;p71"/>
            <p:cNvSpPr/>
            <p:nvPr/>
          </p:nvSpPr>
          <p:spPr>
            <a:xfrm>
              <a:off x="839789" y="2081212"/>
              <a:ext cx="10522049" cy="3724168"/>
            </a:xfrm>
            <a:custGeom>
              <a:rect b="b" l="l" r="r" t="t"/>
              <a:pathLst>
                <a:path extrusionOk="0" h="5537797" w="10931999">
                  <a:moveTo>
                    <a:pt x="0" y="0"/>
                  </a:moveTo>
                  <a:lnTo>
                    <a:pt x="10931999" y="0"/>
                  </a:lnTo>
                  <a:lnTo>
                    <a:pt x="10931999" y="5537797"/>
                  </a:lnTo>
                  <a:lnTo>
                    <a:pt x="0" y="5537797"/>
                  </a:lnTo>
                  <a:close/>
                </a:path>
              </a:pathLst>
            </a:custGeom>
            <a:noFill/>
            <a:ln cap="flat" cmpd="sng" w="7150">
              <a:solidFill>
                <a:srgbClr val="E71C57">
                  <a:alpha val="34900"/>
                </a:srgbClr>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447" name="Google Shape;447;p71"/>
            <p:cNvSpPr txBox="1"/>
            <p:nvPr/>
          </p:nvSpPr>
          <p:spPr>
            <a:xfrm>
              <a:off x="839789" y="5808535"/>
              <a:ext cx="10514100" cy="443400"/>
            </a:xfrm>
            <a:prstGeom prst="rect">
              <a:avLst/>
            </a:prstGeom>
            <a:noFill/>
            <a:ln>
              <a:noFill/>
            </a:ln>
          </p:spPr>
          <p:txBody>
            <a:bodyPr anchorCtr="0" anchor="b" bIns="0" lIns="0" spcFirstLastPara="1" rIns="0" wrap="square" tIns="0">
              <a:spAutoFit/>
            </a:bodyPr>
            <a:lstStyle/>
            <a:p>
              <a:pPr indent="0" lvl="0" marL="0" marR="0" rtl="0" algn="l">
                <a:lnSpc>
                  <a:spcPct val="90000"/>
                </a:lnSpc>
                <a:spcBef>
                  <a:spcPts val="0"/>
                </a:spcBef>
                <a:spcAft>
                  <a:spcPts val="0"/>
                </a:spcAft>
                <a:buClr>
                  <a:srgbClr val="7F7F7F"/>
                </a:buClr>
                <a:buSzPts val="800"/>
                <a:buFont typeface="Century Gothic"/>
                <a:buNone/>
              </a:pPr>
              <a:r>
                <a:rPr b="0" i="0" lang="en-GB" sz="800" u="none" cap="none" strike="noStrike">
                  <a:solidFill>
                    <a:srgbClr val="7F7F7F"/>
                  </a:solidFill>
                  <a:latin typeface="Century Gothic"/>
                  <a:ea typeface="Century Gothic"/>
                  <a:cs typeface="Century Gothic"/>
                  <a:sym typeface="Century Gothic"/>
                </a:rPr>
                <a:t>1. xxxx  2. xxxx  3. List footnotes in numerical order. Footnote numbers are not bracketed. Use 10pt font</a:t>
              </a:r>
              <a:endParaRPr sz="1100"/>
            </a:p>
            <a:p>
              <a:pPr indent="0" lvl="0" marL="0" marR="0" rtl="0" algn="l">
                <a:lnSpc>
                  <a:spcPct val="90000"/>
                </a:lnSpc>
                <a:spcBef>
                  <a:spcPts val="0"/>
                </a:spcBef>
                <a:spcAft>
                  <a:spcPts val="0"/>
                </a:spcAft>
                <a:buClr>
                  <a:srgbClr val="7F7F7F"/>
                </a:buClr>
                <a:buSzPts val="800"/>
                <a:buFont typeface="Century Gothic"/>
                <a:buNone/>
              </a:pPr>
              <a:r>
                <a:rPr b="0" i="0" lang="en-GB" sz="800" u="none" cap="none" strike="noStrike">
                  <a:solidFill>
                    <a:srgbClr val="7F7F7F"/>
                  </a:solidFill>
                  <a:latin typeface="Century Gothic"/>
                  <a:ea typeface="Century Gothic"/>
                  <a:cs typeface="Century Gothic"/>
                  <a:sym typeface="Century Gothic"/>
                </a:rPr>
                <a:t>Note: Do not put a period at the end of the note or the source</a:t>
              </a:r>
              <a:endParaRPr sz="1100"/>
            </a:p>
            <a:p>
              <a:pPr indent="0" lvl="0" marL="0" marR="0" rtl="0" algn="l">
                <a:lnSpc>
                  <a:spcPct val="90000"/>
                </a:lnSpc>
                <a:spcBef>
                  <a:spcPts val="0"/>
                </a:spcBef>
                <a:spcAft>
                  <a:spcPts val="0"/>
                </a:spcAft>
                <a:buClr>
                  <a:srgbClr val="7F7F7F"/>
                </a:buClr>
                <a:buSzPts val="800"/>
                <a:buFont typeface="Century Gothic"/>
                <a:buNone/>
              </a:pPr>
              <a:r>
                <a:rPr b="0" i="0" lang="en-GB" sz="800" u="none" cap="none" strike="noStrike">
                  <a:solidFill>
                    <a:srgbClr val="7F7F7F"/>
                  </a:solidFill>
                  <a:latin typeface="Century Gothic"/>
                  <a:ea typeface="Century Gothic"/>
                  <a:cs typeface="Century Gothic"/>
                  <a:sym typeface="Century Gothic"/>
                </a:rPr>
                <a:t>Source: Include a source for every chart that you use. Separate sources with a semicolon; BCG-related sources go at the end</a:t>
              </a:r>
              <a:endParaRPr sz="1100"/>
            </a:p>
          </p:txBody>
        </p:sp>
      </p:grpSp>
    </p:spTree>
  </p:cSld>
  <p:clrMapOvr>
    <a:masterClrMapping/>
  </p:clrMapOvr>
  <mc:AlternateContent>
    <mc:Choice Requires="p14">
      <p:transition p14:dur="250">
        <p:fade/>
      </p:transition>
    </mc:Choice>
    <mc:Fallback>
      <p:transition>
        <p:fade/>
      </p:transition>
    </mc:Fallback>
  </mc:AlternateContent>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ection Header Overview" showMasterSp="0">
  <p:cSld name="Agenda Section Header Overview">
    <p:bg>
      <p:bgPr>
        <a:gradFill>
          <a:gsLst>
            <a:gs pos="0">
              <a:srgbClr val="FF5F2C"/>
            </a:gs>
            <a:gs pos="100000">
              <a:srgbClr val="E03600"/>
            </a:gs>
          </a:gsLst>
          <a:lin ang="8100019" scaled="0"/>
        </a:gradFill>
      </p:bgPr>
    </p:bg>
    <p:spTree>
      <p:nvGrpSpPr>
        <p:cNvPr id="448" name="Shape 448"/>
        <p:cNvGrpSpPr/>
        <p:nvPr/>
      </p:nvGrpSpPr>
      <p:grpSpPr>
        <a:xfrm>
          <a:off x="0" y="0"/>
          <a:ext cx="0" cy="0"/>
          <a:chOff x="0" y="0"/>
          <a:chExt cx="0" cy="0"/>
        </a:xfrm>
      </p:grpSpPr>
      <p:sp>
        <p:nvSpPr>
          <p:cNvPr id="449" name="Google Shape;449;p72"/>
          <p:cNvSpPr/>
          <p:nvPr/>
        </p:nvSpPr>
        <p:spPr>
          <a:xfrm>
            <a:off x="1041109" y="3518390"/>
            <a:ext cx="697200" cy="747000"/>
          </a:xfrm>
          <a:prstGeom prst="rect">
            <a:avLst/>
          </a:prstGeom>
          <a:noFill/>
          <a:ln cap="flat" cmpd="sng" w="7150">
            <a:solidFill>
              <a:schemeClr val="lt1"/>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lnSpc>
                <a:spcPct val="95000"/>
              </a:lnSpc>
              <a:spcBef>
                <a:spcPts val="0"/>
              </a:spcBef>
              <a:spcAft>
                <a:spcPts val="0"/>
              </a:spcAft>
              <a:buNone/>
            </a:pPr>
            <a:r>
              <a:t/>
            </a:r>
            <a:endParaRPr sz="1500">
              <a:solidFill>
                <a:srgbClr val="FFFFFF"/>
              </a:solidFill>
              <a:latin typeface="Century Gothic"/>
              <a:ea typeface="Century Gothic"/>
              <a:cs typeface="Century Gothic"/>
              <a:sym typeface="Century Gothic"/>
            </a:endParaRPr>
          </a:p>
        </p:txBody>
      </p:sp>
      <p:sp>
        <p:nvSpPr>
          <p:cNvPr id="450" name="Google Shape;450;p72"/>
          <p:cNvSpPr/>
          <p:nvPr/>
        </p:nvSpPr>
        <p:spPr>
          <a:xfrm>
            <a:off x="1882112" y="3518390"/>
            <a:ext cx="1177500" cy="1101300"/>
          </a:xfrm>
          <a:prstGeom prst="rect">
            <a:avLst/>
          </a:prstGeom>
          <a:noFill/>
          <a:ln cap="flat" cmpd="sng" w="7150">
            <a:solidFill>
              <a:srgbClr val="FFFFFF"/>
            </a:solidFill>
            <a:prstDash val="solid"/>
            <a:miter lim="800000"/>
            <a:headEnd len="sm" w="sm" type="none"/>
            <a:tailEnd len="sm" w="sm" type="none"/>
          </a:ln>
        </p:spPr>
        <p:txBody>
          <a:bodyPr anchorCtr="0" anchor="t" bIns="137150" lIns="137150" spcFirstLastPara="1" rIns="137150" wrap="square" tIns="135000">
            <a:noAutofit/>
          </a:bodyPr>
          <a:lstStyle/>
          <a:p>
            <a:pPr indent="0" lvl="0" marL="0" marR="0" rtl="0" algn="l">
              <a:lnSpc>
                <a:spcPct val="95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451" name="Google Shape;451;p72"/>
          <p:cNvSpPr txBox="1"/>
          <p:nvPr/>
        </p:nvSpPr>
        <p:spPr>
          <a:xfrm>
            <a:off x="472500" y="680399"/>
            <a:ext cx="2586600" cy="2585400"/>
          </a:xfrm>
          <a:prstGeom prst="rect">
            <a:avLst/>
          </a:prstGeom>
          <a:noFill/>
          <a:ln cap="flat" cmpd="sng" w="7150">
            <a:solidFill>
              <a:schemeClr val="lt1"/>
            </a:solidFill>
            <a:prstDash val="solid"/>
            <a:round/>
            <a:headEnd len="sm" w="sm" type="none"/>
            <a:tailEnd len="sm" w="sm" type="none"/>
          </a:ln>
        </p:spPr>
        <p:txBody>
          <a:bodyPr anchorCtr="0" anchor="t" bIns="0" lIns="459000" spcFirstLastPara="1" rIns="0" wrap="square" tIns="351000">
            <a:noAutofit/>
          </a:bodyPr>
          <a:lstStyle/>
          <a:p>
            <a:pPr indent="0" lvl="0" marL="0" marR="0" rtl="0" algn="l">
              <a:lnSpc>
                <a:spcPct val="90000"/>
              </a:lnSpc>
              <a:spcBef>
                <a:spcPts val="0"/>
              </a:spcBef>
              <a:spcAft>
                <a:spcPts val="0"/>
              </a:spcAft>
              <a:buNone/>
            </a:pPr>
            <a:r>
              <a:t/>
            </a:r>
            <a:endParaRPr sz="4100">
              <a:solidFill>
                <a:schemeClr val="lt1"/>
              </a:solidFill>
              <a:latin typeface="Century Gothic"/>
              <a:ea typeface="Century Gothic"/>
              <a:cs typeface="Century Gothic"/>
              <a:sym typeface="Century Gothic"/>
            </a:endParaRPr>
          </a:p>
        </p:txBody>
      </p:sp>
      <p:sp>
        <p:nvSpPr>
          <p:cNvPr id="452" name="Google Shape;452;p72"/>
          <p:cNvSpPr txBox="1"/>
          <p:nvPr/>
        </p:nvSpPr>
        <p:spPr>
          <a:xfrm>
            <a:off x="667754" y="836562"/>
            <a:ext cx="2195700" cy="1268400"/>
          </a:xfrm>
          <a:prstGeom prst="rect">
            <a:avLst/>
          </a:prstGeom>
          <a:noFill/>
          <a:ln>
            <a:noFill/>
          </a:ln>
        </p:spPr>
        <p:txBody>
          <a:bodyPr anchorCtr="0" anchor="t" bIns="34275" lIns="68575" spcFirstLastPara="1" rIns="68575" wrap="square" tIns="34275">
            <a:spAutoFit/>
          </a:bodyPr>
          <a:lstStyle/>
          <a:p>
            <a:pPr indent="0" lvl="0" marL="0" marR="0" rtl="0" algn="ctr">
              <a:lnSpc>
                <a:spcPct val="95000"/>
              </a:lnSpc>
              <a:spcBef>
                <a:spcPts val="0"/>
              </a:spcBef>
              <a:spcAft>
                <a:spcPts val="0"/>
              </a:spcAft>
              <a:buNone/>
            </a:pPr>
            <a:r>
              <a:rPr b="1" lang="en-GB" sz="4100">
                <a:solidFill>
                  <a:schemeClr val="lt1"/>
                </a:solidFill>
                <a:latin typeface="Century Gothic"/>
                <a:ea typeface="Century Gothic"/>
                <a:cs typeface="Century Gothic"/>
                <a:sym typeface="Century Gothic"/>
              </a:rPr>
              <a:t>Agenda</a:t>
            </a:r>
            <a:endParaRPr sz="1100"/>
          </a:p>
        </p:txBody>
      </p:sp>
      <p:sp>
        <p:nvSpPr>
          <p:cNvPr id="453" name="Google Shape;453;p72"/>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Section Header" showMasterSp="0">
  <p:cSld name="Agenda Section Header">
    <p:bg>
      <p:bgPr>
        <a:gradFill>
          <a:gsLst>
            <a:gs pos="0">
              <a:srgbClr val="FF5F2C"/>
            </a:gs>
            <a:gs pos="100000">
              <a:srgbClr val="E03600"/>
            </a:gs>
          </a:gsLst>
          <a:lin ang="8100019" scaled="0"/>
        </a:gradFill>
      </p:bgPr>
    </p:bg>
    <p:spTree>
      <p:nvGrpSpPr>
        <p:cNvPr id="454" name="Shape 454"/>
        <p:cNvGrpSpPr/>
        <p:nvPr/>
      </p:nvGrpSpPr>
      <p:grpSpPr>
        <a:xfrm>
          <a:off x="0" y="0"/>
          <a:ext cx="0" cy="0"/>
          <a:chOff x="0" y="0"/>
          <a:chExt cx="0" cy="0"/>
        </a:xfrm>
      </p:grpSpPr>
      <p:sp>
        <p:nvSpPr>
          <p:cNvPr id="455" name="Google Shape;455;p73"/>
          <p:cNvSpPr/>
          <p:nvPr/>
        </p:nvSpPr>
        <p:spPr>
          <a:xfrm>
            <a:off x="963557" y="1071098"/>
            <a:ext cx="710700" cy="710700"/>
          </a:xfrm>
          <a:prstGeom prst="rect">
            <a:avLst/>
          </a:prstGeom>
          <a:noFill/>
          <a:ln cap="flat" cmpd="sng" w="7150">
            <a:solidFill>
              <a:schemeClr val="lt1"/>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456" name="Google Shape;456;p73"/>
          <p:cNvSpPr/>
          <p:nvPr/>
        </p:nvSpPr>
        <p:spPr>
          <a:xfrm>
            <a:off x="963900" y="2000700"/>
            <a:ext cx="7214400" cy="2400300"/>
          </a:xfrm>
          <a:prstGeom prst="rect">
            <a:avLst/>
          </a:prstGeom>
          <a:noFill/>
          <a:ln cap="flat" cmpd="sng" w="7150">
            <a:solidFill>
              <a:schemeClr val="lt1"/>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500">
              <a:solidFill>
                <a:srgbClr val="FFFFFF"/>
              </a:solidFill>
              <a:latin typeface="Century Gothic"/>
              <a:ea typeface="Century Gothic"/>
              <a:cs typeface="Century Gothic"/>
              <a:sym typeface="Century Gothic"/>
            </a:endParaRPr>
          </a:p>
        </p:txBody>
      </p:sp>
      <p:sp>
        <p:nvSpPr>
          <p:cNvPr id="457" name="Google Shape;457;p73"/>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Full Width Overview" showMasterSp="0">
  <p:cSld name="Agenda Full Width Overview">
    <p:bg>
      <p:bgPr>
        <a:gradFill>
          <a:gsLst>
            <a:gs pos="0">
              <a:srgbClr val="FF5F2C"/>
            </a:gs>
            <a:gs pos="100000">
              <a:srgbClr val="E03600"/>
            </a:gs>
          </a:gsLst>
          <a:lin ang="8100019" scaled="0"/>
        </a:gradFill>
      </p:bgPr>
    </p:bg>
    <p:spTree>
      <p:nvGrpSpPr>
        <p:cNvPr id="458" name="Shape 458"/>
        <p:cNvGrpSpPr/>
        <p:nvPr/>
      </p:nvGrpSpPr>
      <p:grpSpPr>
        <a:xfrm>
          <a:off x="0" y="0"/>
          <a:ext cx="0" cy="0"/>
          <a:chOff x="0" y="0"/>
          <a:chExt cx="0" cy="0"/>
        </a:xfrm>
      </p:grpSpPr>
      <p:sp>
        <p:nvSpPr>
          <p:cNvPr id="459" name="Google Shape;459;p74"/>
          <p:cNvSpPr txBox="1"/>
          <p:nvPr/>
        </p:nvSpPr>
        <p:spPr>
          <a:xfrm>
            <a:off x="472500" y="467100"/>
            <a:ext cx="5392500" cy="360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lt1"/>
              </a:buClr>
              <a:buSzPts val="2600"/>
              <a:buFont typeface="Century Gothic"/>
              <a:buNone/>
            </a:pPr>
            <a:r>
              <a:rPr b="1" i="0" lang="en-GB" sz="2600" u="none">
                <a:solidFill>
                  <a:schemeClr val="lt1"/>
                </a:solidFill>
                <a:latin typeface="Century Gothic"/>
                <a:ea typeface="Century Gothic"/>
                <a:cs typeface="Century Gothic"/>
                <a:sym typeface="Century Gothic"/>
              </a:rPr>
              <a:t>Agenda</a:t>
            </a:r>
            <a:endParaRPr sz="1100"/>
          </a:p>
        </p:txBody>
      </p:sp>
      <p:cxnSp>
        <p:nvCxnSpPr>
          <p:cNvPr id="460" name="Google Shape;460;p74"/>
          <p:cNvCxnSpPr/>
          <p:nvPr/>
        </p:nvCxnSpPr>
        <p:spPr>
          <a:xfrm>
            <a:off x="464174" y="904500"/>
            <a:ext cx="8682300" cy="0"/>
          </a:xfrm>
          <a:prstGeom prst="straightConnector1">
            <a:avLst/>
          </a:prstGeom>
          <a:noFill/>
          <a:ln cap="flat" cmpd="sng" w="7150">
            <a:solidFill>
              <a:schemeClr val="lt1"/>
            </a:solidFill>
            <a:prstDash val="solid"/>
            <a:miter lim="800000"/>
            <a:headEnd len="sm" w="sm" type="none"/>
            <a:tailEnd len="sm" w="sm" type="none"/>
          </a:ln>
        </p:spPr>
      </p:cxnSp>
      <p:sp>
        <p:nvSpPr>
          <p:cNvPr id="461" name="Google Shape;461;p74"/>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wo-Thirds" showMasterSp="0">
  <p:cSld name="Agenda Two-Thirds">
    <p:bg>
      <p:bgPr>
        <a:gradFill>
          <a:gsLst>
            <a:gs pos="0">
              <a:srgbClr val="FF5F2C"/>
            </a:gs>
            <a:gs pos="100000">
              <a:srgbClr val="E03600"/>
            </a:gs>
          </a:gsLst>
          <a:lin ang="8100019" scaled="0"/>
        </a:gradFill>
      </p:bgPr>
    </p:bg>
    <p:spTree>
      <p:nvGrpSpPr>
        <p:cNvPr id="462" name="Shape 462"/>
        <p:cNvGrpSpPr/>
        <p:nvPr/>
      </p:nvGrpSpPr>
      <p:grpSpPr>
        <a:xfrm>
          <a:off x="0" y="0"/>
          <a:ext cx="0" cy="0"/>
          <a:chOff x="0" y="0"/>
          <a:chExt cx="0" cy="0"/>
        </a:xfrm>
      </p:grpSpPr>
      <p:pic>
        <p:nvPicPr>
          <p:cNvPr id="463" name="Google Shape;463;p75"/>
          <p:cNvPicPr preferRelativeResize="0"/>
          <p:nvPr/>
        </p:nvPicPr>
        <p:blipFill rotWithShape="1">
          <a:blip r:embed="rId2">
            <a:alphaModFix/>
          </a:blip>
          <a:srcRect b="27" l="29399" r="99" t="8740"/>
          <a:stretch/>
        </p:blipFill>
        <p:spPr>
          <a:xfrm flipH="1">
            <a:off x="2753301" y="0"/>
            <a:ext cx="312713" cy="5143500"/>
          </a:xfrm>
          <a:prstGeom prst="rect">
            <a:avLst/>
          </a:prstGeom>
          <a:noFill/>
          <a:ln>
            <a:noFill/>
          </a:ln>
        </p:spPr>
      </p:pic>
      <p:sp>
        <p:nvSpPr>
          <p:cNvPr id="464" name="Google Shape;464;p75"/>
          <p:cNvSpPr/>
          <p:nvPr/>
        </p:nvSpPr>
        <p:spPr>
          <a:xfrm>
            <a:off x="3060572" y="-982"/>
            <a:ext cx="6083400" cy="5144400"/>
          </a:xfrm>
          <a:prstGeom prst="rect">
            <a:avLst/>
          </a:prstGeom>
          <a:solidFill>
            <a:schemeClr val="dk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465" name="Google Shape;465;p75"/>
          <p:cNvSpPr txBox="1"/>
          <p:nvPr/>
        </p:nvSpPr>
        <p:spPr>
          <a:xfrm>
            <a:off x="629841" y="2405786"/>
            <a:ext cx="1383900" cy="291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GB" sz="2100">
                <a:solidFill>
                  <a:schemeClr val="lt1"/>
                </a:solidFill>
                <a:latin typeface="Century Gothic"/>
                <a:ea typeface="Century Gothic"/>
                <a:cs typeface="Century Gothic"/>
                <a:sym typeface="Century Gothic"/>
              </a:rPr>
              <a:t>Agenda</a:t>
            </a:r>
            <a:endParaRPr sz="1100"/>
          </a:p>
        </p:txBody>
      </p:sp>
      <p:sp>
        <p:nvSpPr>
          <p:cNvPr id="466" name="Google Shape;466;p75"/>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 Section Header Overview">
  <p:cSld name="Agenda D. Section Header Overview">
    <p:bg>
      <p:bgPr>
        <a:solidFill>
          <a:schemeClr val="lt2"/>
        </a:solidFill>
      </p:bgPr>
    </p:bg>
    <p:spTree>
      <p:nvGrpSpPr>
        <p:cNvPr id="467" name="Shape 467"/>
        <p:cNvGrpSpPr/>
        <p:nvPr/>
      </p:nvGrpSpPr>
      <p:grpSpPr>
        <a:xfrm>
          <a:off x="0" y="0"/>
          <a:ext cx="0" cy="0"/>
          <a:chOff x="0" y="0"/>
          <a:chExt cx="0" cy="0"/>
        </a:xfrm>
      </p:grpSpPr>
      <p:sp>
        <p:nvSpPr>
          <p:cNvPr id="468" name="Google Shape;468;p76"/>
          <p:cNvSpPr/>
          <p:nvPr/>
        </p:nvSpPr>
        <p:spPr>
          <a:xfrm>
            <a:off x="1041109" y="3518390"/>
            <a:ext cx="697200" cy="915300"/>
          </a:xfrm>
          <a:prstGeom prst="rect">
            <a:avLst/>
          </a:prstGeom>
          <a:noFill/>
          <a:ln cap="flat" cmpd="sng" w="7150">
            <a:solidFill>
              <a:schemeClr val="accent1"/>
            </a:solidFill>
            <a:prstDash val="solid"/>
            <a:round/>
            <a:headEnd len="sm" w="sm" type="none"/>
            <a:tailEnd len="sm" w="sm" type="none"/>
          </a:ln>
        </p:spPr>
        <p:txBody>
          <a:bodyPr anchorCtr="0" anchor="t" bIns="0" lIns="459000" spcFirstLastPara="1" rIns="0" wrap="square" tIns="351000">
            <a:noAutofit/>
          </a:bodyPr>
          <a:lstStyle/>
          <a:p>
            <a:pPr indent="0" lvl="0" marL="0" marR="0" rtl="0" algn="l">
              <a:lnSpc>
                <a:spcPct val="90000"/>
              </a:lnSpc>
              <a:spcBef>
                <a:spcPts val="0"/>
              </a:spcBef>
              <a:spcAft>
                <a:spcPts val="0"/>
              </a:spcAft>
              <a:buNone/>
            </a:pPr>
            <a:r>
              <a:t/>
            </a:r>
            <a:endParaRPr sz="4100">
              <a:solidFill>
                <a:schemeClr val="accent4"/>
              </a:solidFill>
              <a:latin typeface="Century Gothic"/>
              <a:ea typeface="Century Gothic"/>
              <a:cs typeface="Century Gothic"/>
              <a:sym typeface="Century Gothic"/>
            </a:endParaRPr>
          </a:p>
        </p:txBody>
      </p:sp>
      <p:sp>
        <p:nvSpPr>
          <p:cNvPr id="469" name="Google Shape;469;p76"/>
          <p:cNvSpPr/>
          <p:nvPr/>
        </p:nvSpPr>
        <p:spPr>
          <a:xfrm>
            <a:off x="1882112" y="3518390"/>
            <a:ext cx="1177500" cy="915300"/>
          </a:xfrm>
          <a:prstGeom prst="rect">
            <a:avLst/>
          </a:prstGeom>
          <a:noFill/>
          <a:ln cap="flat" cmpd="sng" w="7150">
            <a:solidFill>
              <a:schemeClr val="accent1"/>
            </a:solidFill>
            <a:prstDash val="solid"/>
            <a:round/>
            <a:headEnd len="sm" w="sm" type="none"/>
            <a:tailEnd len="sm" w="sm" type="none"/>
          </a:ln>
        </p:spPr>
        <p:txBody>
          <a:bodyPr anchorCtr="0" anchor="t" bIns="0" lIns="459000" spcFirstLastPara="1" rIns="0" wrap="square" tIns="351000">
            <a:noAutofit/>
          </a:bodyPr>
          <a:lstStyle/>
          <a:p>
            <a:pPr indent="0" lvl="0" marL="0" marR="0" rtl="0" algn="l">
              <a:lnSpc>
                <a:spcPct val="90000"/>
              </a:lnSpc>
              <a:spcBef>
                <a:spcPts val="0"/>
              </a:spcBef>
              <a:spcAft>
                <a:spcPts val="0"/>
              </a:spcAft>
              <a:buNone/>
            </a:pPr>
            <a:r>
              <a:t/>
            </a:r>
            <a:endParaRPr sz="4100">
              <a:solidFill>
                <a:schemeClr val="accent4"/>
              </a:solidFill>
              <a:latin typeface="Century Gothic"/>
              <a:ea typeface="Century Gothic"/>
              <a:cs typeface="Century Gothic"/>
              <a:sym typeface="Century Gothic"/>
            </a:endParaRPr>
          </a:p>
        </p:txBody>
      </p:sp>
      <p:sp>
        <p:nvSpPr>
          <p:cNvPr id="470" name="Google Shape;470;p76"/>
          <p:cNvSpPr txBox="1"/>
          <p:nvPr/>
        </p:nvSpPr>
        <p:spPr>
          <a:xfrm>
            <a:off x="472500" y="680398"/>
            <a:ext cx="2586600" cy="2585400"/>
          </a:xfrm>
          <a:prstGeom prst="rect">
            <a:avLst/>
          </a:prstGeom>
          <a:noFill/>
          <a:ln cap="flat" cmpd="sng" w="7150">
            <a:solidFill>
              <a:schemeClr val="accent1"/>
            </a:solidFill>
            <a:prstDash val="solid"/>
            <a:round/>
            <a:headEnd len="sm" w="sm" type="none"/>
            <a:tailEnd len="sm" w="sm" type="none"/>
          </a:ln>
        </p:spPr>
        <p:txBody>
          <a:bodyPr anchorCtr="0" anchor="t" bIns="0" lIns="459000" spcFirstLastPara="1" rIns="0" wrap="square" tIns="351000">
            <a:noAutofit/>
          </a:bodyPr>
          <a:lstStyle/>
          <a:p>
            <a:pPr indent="0" lvl="0" marL="0" marR="0" rtl="0" algn="l">
              <a:lnSpc>
                <a:spcPct val="90000"/>
              </a:lnSpc>
              <a:spcBef>
                <a:spcPts val="0"/>
              </a:spcBef>
              <a:spcAft>
                <a:spcPts val="0"/>
              </a:spcAft>
              <a:buNone/>
            </a:pPr>
            <a:r>
              <a:t/>
            </a:r>
            <a:endParaRPr sz="4100">
              <a:solidFill>
                <a:schemeClr val="accent4"/>
              </a:solidFill>
              <a:latin typeface="Century Gothic"/>
              <a:ea typeface="Century Gothic"/>
              <a:cs typeface="Century Gothic"/>
              <a:sym typeface="Century Gothic"/>
            </a:endParaRPr>
          </a:p>
        </p:txBody>
      </p:sp>
      <p:sp>
        <p:nvSpPr>
          <p:cNvPr id="471" name="Google Shape;471;p76"/>
          <p:cNvSpPr txBox="1"/>
          <p:nvPr/>
        </p:nvSpPr>
        <p:spPr>
          <a:xfrm>
            <a:off x="667754" y="836562"/>
            <a:ext cx="2195700" cy="1268400"/>
          </a:xfrm>
          <a:prstGeom prst="rect">
            <a:avLst/>
          </a:prstGeom>
          <a:noFill/>
          <a:ln>
            <a:noFill/>
          </a:ln>
        </p:spPr>
        <p:txBody>
          <a:bodyPr anchorCtr="0" anchor="t" bIns="34275" lIns="68575" spcFirstLastPara="1" rIns="68575" wrap="square" tIns="34275">
            <a:spAutoFit/>
          </a:bodyPr>
          <a:lstStyle/>
          <a:p>
            <a:pPr indent="0" lvl="0" marL="0" marR="0" rtl="0" algn="ctr">
              <a:lnSpc>
                <a:spcPct val="95000"/>
              </a:lnSpc>
              <a:spcBef>
                <a:spcPts val="0"/>
              </a:spcBef>
              <a:spcAft>
                <a:spcPts val="0"/>
              </a:spcAft>
              <a:buNone/>
            </a:pPr>
            <a:r>
              <a:rPr b="1" lang="en-GB" sz="4100">
                <a:solidFill>
                  <a:schemeClr val="accent1"/>
                </a:solidFill>
                <a:latin typeface="Century Gothic"/>
                <a:ea typeface="Century Gothic"/>
                <a:cs typeface="Century Gothic"/>
                <a:sym typeface="Century Gothic"/>
              </a:rPr>
              <a:t>Agenda</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 Section Header">
  <p:cSld name="Agenda D. Section Header">
    <p:bg>
      <p:bgPr>
        <a:solidFill>
          <a:schemeClr val="lt2"/>
        </a:solidFill>
      </p:bgPr>
    </p:bg>
    <p:spTree>
      <p:nvGrpSpPr>
        <p:cNvPr id="472" name="Shape 472"/>
        <p:cNvGrpSpPr/>
        <p:nvPr/>
      </p:nvGrpSpPr>
      <p:grpSpPr>
        <a:xfrm>
          <a:off x="0" y="0"/>
          <a:ext cx="0" cy="0"/>
          <a:chOff x="0" y="0"/>
          <a:chExt cx="0" cy="0"/>
        </a:xfrm>
      </p:grpSpPr>
      <p:sp>
        <p:nvSpPr>
          <p:cNvPr id="473" name="Google Shape;473;p77"/>
          <p:cNvSpPr/>
          <p:nvPr/>
        </p:nvSpPr>
        <p:spPr>
          <a:xfrm>
            <a:off x="963557" y="1071098"/>
            <a:ext cx="710700" cy="710700"/>
          </a:xfrm>
          <a:prstGeom prst="rect">
            <a:avLst/>
          </a:prstGeom>
          <a:noFill/>
          <a:ln cap="flat" cmpd="sng" w="7150">
            <a:solidFill>
              <a:schemeClr val="accent1"/>
            </a:solidFill>
            <a:prstDash val="solid"/>
            <a:miter lim="800000"/>
            <a:headEnd len="sm" w="sm" type="none"/>
            <a:tailEnd len="sm" w="sm" type="none"/>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474" name="Google Shape;474;p77"/>
          <p:cNvSpPr/>
          <p:nvPr/>
        </p:nvSpPr>
        <p:spPr>
          <a:xfrm>
            <a:off x="963900" y="2000700"/>
            <a:ext cx="7214400" cy="2400300"/>
          </a:xfrm>
          <a:prstGeom prst="rect">
            <a:avLst/>
          </a:prstGeom>
          <a:noFill/>
          <a:ln cap="flat" cmpd="sng" w="7150">
            <a:solidFill>
              <a:schemeClr val="accent1"/>
            </a:solidFill>
            <a:prstDash val="solid"/>
            <a:miter lim="800000"/>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1500">
              <a:solidFill>
                <a:srgbClr val="FFFFFF"/>
              </a:solidFill>
              <a:latin typeface="Century Gothic"/>
              <a:ea typeface="Century Gothic"/>
              <a:cs typeface="Century Gothic"/>
              <a:sym typeface="Century Gothic"/>
            </a:endParaRPr>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 Full Width Overview">
  <p:cSld name="Agenda D. Full Width Overview">
    <p:bg>
      <p:bgPr>
        <a:solidFill>
          <a:schemeClr val="lt2"/>
        </a:solidFill>
      </p:bgPr>
    </p:bg>
    <p:spTree>
      <p:nvGrpSpPr>
        <p:cNvPr id="475" name="Shape 475"/>
        <p:cNvGrpSpPr/>
        <p:nvPr/>
      </p:nvGrpSpPr>
      <p:grpSpPr>
        <a:xfrm>
          <a:off x="0" y="0"/>
          <a:ext cx="0" cy="0"/>
          <a:chOff x="0" y="0"/>
          <a:chExt cx="0" cy="0"/>
        </a:xfrm>
      </p:grpSpPr>
      <p:sp>
        <p:nvSpPr>
          <p:cNvPr id="476" name="Google Shape;476;p78"/>
          <p:cNvSpPr txBox="1"/>
          <p:nvPr/>
        </p:nvSpPr>
        <p:spPr>
          <a:xfrm>
            <a:off x="472500" y="467100"/>
            <a:ext cx="5392500" cy="360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accent1"/>
              </a:buClr>
              <a:buSzPts val="2600"/>
              <a:buFont typeface="Century Gothic"/>
              <a:buNone/>
            </a:pPr>
            <a:r>
              <a:rPr b="1" i="0" lang="en-GB" sz="2600" u="none">
                <a:solidFill>
                  <a:schemeClr val="accent1"/>
                </a:solidFill>
                <a:latin typeface="Century Gothic"/>
                <a:ea typeface="Century Gothic"/>
                <a:cs typeface="Century Gothic"/>
                <a:sym typeface="Century Gothic"/>
              </a:rPr>
              <a:t>Agenda</a:t>
            </a:r>
            <a:endParaRPr sz="1100"/>
          </a:p>
        </p:txBody>
      </p:sp>
      <p:cxnSp>
        <p:nvCxnSpPr>
          <p:cNvPr id="477" name="Google Shape;477;p78"/>
          <p:cNvCxnSpPr/>
          <p:nvPr/>
        </p:nvCxnSpPr>
        <p:spPr>
          <a:xfrm>
            <a:off x="464174" y="904500"/>
            <a:ext cx="8682300" cy="0"/>
          </a:xfrm>
          <a:prstGeom prst="straightConnector1">
            <a:avLst/>
          </a:prstGeom>
          <a:noFill/>
          <a:ln cap="flat" cmpd="sng" w="7150">
            <a:solidFill>
              <a:schemeClr val="accent1"/>
            </a:solidFill>
            <a:prstDash val="solid"/>
            <a:miter lim="800000"/>
            <a:headEnd len="sm" w="sm" type="none"/>
            <a:tailEnd len="sm" w="sm" type="none"/>
          </a:ln>
        </p:spPr>
      </p:cxnSp>
    </p:spTree>
  </p:cSld>
  <p:clrMapOvr>
    <a:masterClrMapping/>
  </p:clrMapOvr>
  <mc:AlternateContent>
    <mc:Choice Requires="p14">
      <p:transition p14:dur="250">
        <p:fade/>
      </p:transition>
    </mc:Choice>
    <mc:Fallback>
      <p:transition>
        <p:fade/>
      </p:transition>
    </mc:Fallback>
  </mc:AlternateContent>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 Two-Thirds" showMasterSp="0">
  <p:cSld name="Agenda D. Two-Thirds">
    <p:bg>
      <p:bgPr>
        <a:gradFill>
          <a:gsLst>
            <a:gs pos="0">
              <a:srgbClr val="FF5F2C"/>
            </a:gs>
            <a:gs pos="100000">
              <a:srgbClr val="E03600"/>
            </a:gs>
          </a:gsLst>
          <a:lin ang="8100019" scaled="0"/>
        </a:gradFill>
      </p:bgPr>
    </p:bg>
    <p:spTree>
      <p:nvGrpSpPr>
        <p:cNvPr id="478" name="Shape 478"/>
        <p:cNvGrpSpPr/>
        <p:nvPr/>
      </p:nvGrpSpPr>
      <p:grpSpPr>
        <a:xfrm>
          <a:off x="0" y="0"/>
          <a:ext cx="0" cy="0"/>
          <a:chOff x="0" y="0"/>
          <a:chExt cx="0" cy="0"/>
        </a:xfrm>
      </p:grpSpPr>
      <p:pic>
        <p:nvPicPr>
          <p:cNvPr id="479" name="Google Shape;479;p79"/>
          <p:cNvPicPr preferRelativeResize="0"/>
          <p:nvPr/>
        </p:nvPicPr>
        <p:blipFill rotWithShape="1">
          <a:blip r:embed="rId2">
            <a:alphaModFix/>
          </a:blip>
          <a:srcRect b="27" l="29399" r="99" t="8740"/>
          <a:stretch/>
        </p:blipFill>
        <p:spPr>
          <a:xfrm flipH="1">
            <a:off x="2753301" y="0"/>
            <a:ext cx="312713" cy="5143500"/>
          </a:xfrm>
          <a:prstGeom prst="rect">
            <a:avLst/>
          </a:prstGeom>
          <a:noFill/>
          <a:ln>
            <a:noFill/>
          </a:ln>
        </p:spPr>
      </p:pic>
      <p:sp>
        <p:nvSpPr>
          <p:cNvPr id="480" name="Google Shape;480;p79"/>
          <p:cNvSpPr/>
          <p:nvPr/>
        </p:nvSpPr>
        <p:spPr>
          <a:xfrm>
            <a:off x="3060572" y="-982"/>
            <a:ext cx="6083400" cy="5144400"/>
          </a:xfrm>
          <a:prstGeom prst="rect">
            <a:avLst/>
          </a:prstGeom>
          <a:solidFill>
            <a:schemeClr val="lt2"/>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900">
              <a:solidFill>
                <a:schemeClr val="lt1"/>
              </a:solidFill>
              <a:latin typeface="Century Gothic"/>
              <a:ea typeface="Century Gothic"/>
              <a:cs typeface="Century Gothic"/>
              <a:sym typeface="Century Gothic"/>
            </a:endParaRPr>
          </a:p>
        </p:txBody>
      </p:sp>
      <p:sp>
        <p:nvSpPr>
          <p:cNvPr id="481" name="Google Shape;481;p79"/>
          <p:cNvSpPr txBox="1"/>
          <p:nvPr/>
        </p:nvSpPr>
        <p:spPr>
          <a:xfrm>
            <a:off x="629841" y="2405786"/>
            <a:ext cx="1383900" cy="2910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GB" sz="2100">
                <a:solidFill>
                  <a:schemeClr val="lt1"/>
                </a:solidFill>
                <a:latin typeface="Century Gothic"/>
                <a:ea typeface="Century Gothic"/>
                <a:cs typeface="Century Gothic"/>
                <a:sym typeface="Century Gothic"/>
              </a:rPr>
              <a:t>Agenda</a:t>
            </a:r>
            <a:endParaRPr sz="1100"/>
          </a:p>
        </p:txBody>
      </p:sp>
      <p:sp>
        <p:nvSpPr>
          <p:cNvPr id="482" name="Google Shape;482;p79"/>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600"/>
              <a:buFont typeface="Century Gothic"/>
              <a:buNone/>
            </a:pPr>
            <a:fld id="{00000000-1234-1234-1234-123412341234}" type="slidenum">
              <a:rPr b="1" lang="en-GB" sz="600">
                <a:solidFill>
                  <a:schemeClr val="lt2"/>
                </a:solidFill>
                <a:latin typeface="Century Gothic"/>
                <a:ea typeface="Century Gothic"/>
                <a:cs typeface="Century Gothic"/>
                <a:sym typeface="Century Gothic"/>
              </a:rPr>
              <a:t>‹#›</a:t>
            </a:fld>
            <a:r>
              <a:rPr b="1" lang="en-GB" sz="600">
                <a:solidFill>
                  <a:schemeClr val="lt2"/>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D. Table of Contents" showMasterSp="0">
  <p:cSld name="Agenda D. Table of Contents">
    <p:bg>
      <p:bgPr>
        <a:gradFill>
          <a:gsLst>
            <a:gs pos="0">
              <a:srgbClr val="FF5F2C"/>
            </a:gs>
            <a:gs pos="100000">
              <a:srgbClr val="E03600"/>
            </a:gs>
          </a:gsLst>
          <a:lin ang="8100019" scaled="0"/>
        </a:gradFill>
      </p:bgPr>
    </p:bg>
    <p:spTree>
      <p:nvGrpSpPr>
        <p:cNvPr id="483" name="Shape 483"/>
        <p:cNvGrpSpPr/>
        <p:nvPr/>
      </p:nvGrpSpPr>
      <p:grpSpPr>
        <a:xfrm>
          <a:off x="0" y="0"/>
          <a:ext cx="0" cy="0"/>
          <a:chOff x="0" y="0"/>
          <a:chExt cx="0" cy="0"/>
        </a:xfrm>
      </p:grpSpPr>
      <p:sp>
        <p:nvSpPr>
          <p:cNvPr id="484" name="Google Shape;484;p80"/>
          <p:cNvSpPr/>
          <p:nvPr/>
        </p:nvSpPr>
        <p:spPr>
          <a:xfrm>
            <a:off x="0" y="0"/>
            <a:ext cx="3066234" cy="51435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lt1"/>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sp>
        <p:nvSpPr>
          <p:cNvPr id="485" name="Google Shape;485;p80"/>
          <p:cNvSpPr/>
          <p:nvPr/>
        </p:nvSpPr>
        <p:spPr>
          <a:xfrm>
            <a:off x="0" y="0"/>
            <a:ext cx="3066234" cy="5143500"/>
          </a:xfrm>
          <a:custGeom>
            <a:rect b="b" l="l" r="r" t="t"/>
            <a:pathLst>
              <a:path extrusionOk="0" h="6858000" w="4088312">
                <a:moveTo>
                  <a:pt x="0" y="0"/>
                </a:moveTo>
                <a:lnTo>
                  <a:pt x="3264933" y="0"/>
                </a:lnTo>
                <a:lnTo>
                  <a:pt x="4088312" y="3429000"/>
                </a:lnTo>
                <a:lnTo>
                  <a:pt x="3264933" y="6858000"/>
                </a:lnTo>
                <a:lnTo>
                  <a:pt x="0" y="6858000"/>
                </a:lnTo>
                <a:close/>
              </a:path>
            </a:pathLst>
          </a:custGeom>
          <a:solidFill>
            <a:schemeClr val="lt2"/>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entury Gothic"/>
              <a:ea typeface="Century Gothic"/>
              <a:cs typeface="Century Gothic"/>
              <a:sym typeface="Century Gothic"/>
            </a:endParaRPr>
          </a:p>
        </p:txBody>
      </p:sp>
      <p:pic>
        <p:nvPicPr>
          <p:cNvPr id="486" name="Google Shape;486;p80"/>
          <p:cNvPicPr preferRelativeResize="0"/>
          <p:nvPr/>
        </p:nvPicPr>
        <p:blipFill rotWithShape="1">
          <a:blip r:embed="rId2">
            <a:alphaModFix/>
          </a:blip>
          <a:srcRect b="0" l="0" r="0" t="0"/>
          <a:stretch/>
        </p:blipFill>
        <p:spPr>
          <a:xfrm>
            <a:off x="2331478" y="2690061"/>
            <a:ext cx="1023938" cy="2537221"/>
          </a:xfrm>
          <a:custGeom>
            <a:rect b="b" l="l" r="r" t="t"/>
            <a:pathLst>
              <a:path extrusionOk="0" h="3382962" w="1365250">
                <a:moveTo>
                  <a:pt x="942801" y="0"/>
                </a:moveTo>
                <a:lnTo>
                  <a:pt x="1365250" y="0"/>
                </a:lnTo>
                <a:lnTo>
                  <a:pt x="1365250" y="3382962"/>
                </a:lnTo>
                <a:lnTo>
                  <a:pt x="128720" y="3382962"/>
                </a:lnTo>
                <a:close/>
                <a:moveTo>
                  <a:pt x="0" y="0"/>
                </a:moveTo>
                <a:lnTo>
                  <a:pt x="929501" y="0"/>
                </a:lnTo>
                <a:lnTo>
                  <a:pt x="0" y="2860398"/>
                </a:lnTo>
                <a:close/>
              </a:path>
            </a:pathLst>
          </a:custGeom>
          <a:noFill/>
          <a:ln>
            <a:noFill/>
          </a:ln>
        </p:spPr>
      </p:pic>
      <p:sp>
        <p:nvSpPr>
          <p:cNvPr id="487" name="Google Shape;487;p80"/>
          <p:cNvSpPr txBox="1"/>
          <p:nvPr/>
        </p:nvSpPr>
        <p:spPr>
          <a:xfrm>
            <a:off x="629842" y="2265032"/>
            <a:ext cx="1957200" cy="6660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chemeClr val="dk1"/>
              </a:buClr>
              <a:buSzPts val="2100"/>
              <a:buFont typeface="Century Gothic"/>
              <a:buNone/>
            </a:pPr>
            <a:r>
              <a:rPr b="1" lang="en-GB" sz="2100">
                <a:solidFill>
                  <a:schemeClr val="dk1"/>
                </a:solidFill>
                <a:latin typeface="Century Gothic"/>
                <a:ea typeface="Century Gothic"/>
                <a:cs typeface="Century Gothic"/>
                <a:sym typeface="Century Gothic"/>
              </a:rPr>
              <a:t>Table of contents</a:t>
            </a:r>
            <a:endParaRPr sz="1100"/>
          </a:p>
        </p:txBody>
      </p:sp>
      <p:sp>
        <p:nvSpPr>
          <p:cNvPr id="488" name="Google Shape;488;p80"/>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lang="en-GB" sz="600">
                <a:solidFill>
                  <a:schemeClr val="accent1"/>
                </a:solidFill>
                <a:latin typeface="Century Gothic"/>
                <a:ea typeface="Century Gothic"/>
                <a:cs typeface="Century Gothic"/>
                <a:sym typeface="Century Gothic"/>
              </a:rPr>
              <a:t>‹#›</a:t>
            </a:fld>
            <a:r>
              <a:rPr b="1" lang="en-GB" sz="600">
                <a:solidFill>
                  <a:schemeClr val="accent1"/>
                </a:solidFill>
                <a:latin typeface="Century Gothic"/>
                <a:ea typeface="Century Gothic"/>
                <a:cs typeface="Century Gothic"/>
                <a:sym typeface="Century Gothic"/>
              </a:rPr>
              <a:t>.</a:t>
            </a:r>
            <a:endParaRPr sz="1100"/>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itle Only">
  <p:cSld name="D. Title Only 2">
    <p:spTree>
      <p:nvGrpSpPr>
        <p:cNvPr id="489" name="Shape 489"/>
        <p:cNvGrpSpPr/>
        <p:nvPr/>
      </p:nvGrpSpPr>
      <p:grpSpPr>
        <a:xfrm>
          <a:off x="0" y="0"/>
          <a:ext cx="0" cy="0"/>
          <a:chOff x="0" y="0"/>
          <a:chExt cx="0" cy="0"/>
        </a:xfrm>
      </p:grpSpPr>
      <p:sp>
        <p:nvSpPr>
          <p:cNvPr id="490" name="Google Shape;490;p81"/>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rgbClr val="00FEFE"/>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1" name="Google Shape;491;p81"/>
          <p:cNvSpPr txBox="1"/>
          <p:nvPr/>
        </p:nvSpPr>
        <p:spPr>
          <a:xfrm rot="-5400000">
            <a:off x="7112786" y="2943570"/>
            <a:ext cx="3850500" cy="6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GB" sz="500">
                <a:solidFill>
                  <a:srgbClr val="00FEFE"/>
                </a:solidFill>
                <a:latin typeface="Century Gothic"/>
                <a:ea typeface="Century Gothic"/>
                <a:cs typeface="Century Gothic"/>
                <a:sym typeface="Century Gothic"/>
              </a:rPr>
              <a:t>Copyright © 2023 by Boston Consulting Group. All rights reserved.</a:t>
            </a:r>
            <a:endParaRPr sz="500">
              <a:solidFill>
                <a:srgbClr val="00FEFE"/>
              </a:solidFill>
              <a:latin typeface="Century Gothic"/>
              <a:ea typeface="Century Gothic"/>
              <a:cs typeface="Century Gothic"/>
              <a:sym typeface="Century Gothic"/>
            </a:endParaRPr>
          </a:p>
        </p:txBody>
      </p:sp>
      <p:sp>
        <p:nvSpPr>
          <p:cNvPr id="492" name="Google Shape;492;p81"/>
          <p:cNvSpPr txBox="1"/>
          <p:nvPr>
            <p:ph type="title"/>
          </p:nvPr>
        </p:nvSpPr>
        <p:spPr>
          <a:xfrm>
            <a:off x="472500" y="467100"/>
            <a:ext cx="8200200" cy="249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Century Gothic"/>
              <a:buNone/>
              <a:defRPr>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32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solidFill>
          <a:schemeClr val="lt2"/>
        </a:solidFill>
      </p:bgPr>
    </p:bg>
    <p:spTree>
      <p:nvGrpSpPr>
        <p:cNvPr id="493" name="Shape 493"/>
        <p:cNvGrpSpPr/>
        <p:nvPr/>
      </p:nvGrpSpPr>
      <p:grpSpPr>
        <a:xfrm>
          <a:off x="0" y="0"/>
          <a:ext cx="0" cy="0"/>
          <a:chOff x="0" y="0"/>
          <a:chExt cx="0" cy="0"/>
        </a:xfrm>
      </p:grpSpPr>
      <p:sp>
        <p:nvSpPr>
          <p:cNvPr id="494" name="Google Shape;494;p82"/>
          <p:cNvSpPr txBox="1"/>
          <p:nvPr>
            <p:ph idx="10" type="dt"/>
          </p:nvPr>
        </p:nvSpPr>
        <p:spPr>
          <a:xfrm>
            <a:off x="7258050"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5" name="Google Shape;495;p82"/>
          <p:cNvSpPr txBox="1"/>
          <p:nvPr/>
        </p:nvSpPr>
        <p:spPr>
          <a:xfrm rot="-5400000">
            <a:off x="7112786" y="2943570"/>
            <a:ext cx="3850500" cy="6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GB" sz="500">
                <a:solidFill>
                  <a:srgbClr val="00FEFE"/>
                </a:solidFill>
                <a:latin typeface="Century Gothic"/>
                <a:ea typeface="Century Gothic"/>
                <a:cs typeface="Century Gothic"/>
                <a:sym typeface="Century Gothic"/>
              </a:rPr>
              <a:t>Copyright © 2018 by The Boston Consulting Group, Inc. All rights reserved.</a:t>
            </a:r>
            <a:endParaRPr sz="1100"/>
          </a:p>
        </p:txBody>
      </p:sp>
      <p:sp>
        <p:nvSpPr>
          <p:cNvPr id="496" name="Google Shape;496;p82"/>
          <p:cNvSpPr txBox="1"/>
          <p:nvPr>
            <p:ph type="title"/>
          </p:nvPr>
        </p:nvSpPr>
        <p:spPr>
          <a:xfrm>
            <a:off x="472500" y="467100"/>
            <a:ext cx="8199900" cy="353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2600"/>
              <a:buFont typeface="Century Gothic"/>
              <a:buNone/>
              <a:defRPr b="0" i="0" sz="2600" u="none">
                <a:solidFill>
                  <a:schemeClr val="dk2"/>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97" name="Shape 497"/>
        <p:cNvGrpSpPr/>
        <p:nvPr/>
      </p:nvGrpSpPr>
      <p:grpSpPr>
        <a:xfrm>
          <a:off x="0" y="0"/>
          <a:ext cx="0" cy="0"/>
          <a:chOff x="0" y="0"/>
          <a:chExt cx="0" cy="0"/>
        </a:xfrm>
      </p:grpSpPr>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_1">
    <p:bg>
      <p:bgPr>
        <a:solidFill>
          <a:schemeClr val="lt2"/>
        </a:solidFill>
      </p:bgPr>
    </p:bg>
    <p:spTree>
      <p:nvGrpSpPr>
        <p:cNvPr id="498" name="Shape 498"/>
        <p:cNvGrpSpPr/>
        <p:nvPr/>
      </p:nvGrpSpPr>
      <p:grpSpPr>
        <a:xfrm>
          <a:off x="0" y="0"/>
          <a:ext cx="0" cy="0"/>
          <a:chOff x="0" y="0"/>
          <a:chExt cx="0" cy="0"/>
        </a:xfrm>
      </p:grpSpPr>
      <p:sp>
        <p:nvSpPr>
          <p:cNvPr id="499" name="Google Shape;499;p84"/>
          <p:cNvSpPr txBox="1"/>
          <p:nvPr>
            <p:ph idx="10" type="dt"/>
          </p:nvPr>
        </p:nvSpPr>
        <p:spPr>
          <a:xfrm>
            <a:off x="7258050" y="4803777"/>
            <a:ext cx="1111500" cy="115500"/>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100"/>
              <a:buNone/>
              <a:defRPr>
                <a:latin typeface="Trebuchet MS"/>
                <a:ea typeface="Trebuchet MS"/>
                <a:cs typeface="Trebuchet MS"/>
                <a:sym typeface="Trebuchet MS"/>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00" name="Google Shape;500;p84"/>
          <p:cNvSpPr txBox="1"/>
          <p:nvPr/>
        </p:nvSpPr>
        <p:spPr>
          <a:xfrm rot="-5400000">
            <a:off x="7112786" y="2943570"/>
            <a:ext cx="3850500" cy="6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GB" sz="500">
                <a:solidFill>
                  <a:srgbClr val="7F7F7F"/>
                </a:solidFill>
                <a:latin typeface="Trebuchet MS"/>
                <a:ea typeface="Trebuchet MS"/>
                <a:cs typeface="Trebuchet MS"/>
                <a:sym typeface="Trebuchet MS"/>
              </a:rPr>
              <a:t>Copyright © 2023 by Boston Consulting Group. All rights reserved.</a:t>
            </a:r>
            <a:endParaRPr sz="500">
              <a:solidFill>
                <a:srgbClr val="7F7F7F"/>
              </a:solidFill>
              <a:latin typeface="Trebuchet MS"/>
              <a:ea typeface="Trebuchet MS"/>
              <a:cs typeface="Trebuchet MS"/>
              <a:sym typeface="Trebuchet MS"/>
            </a:endParaRPr>
          </a:p>
        </p:txBody>
      </p:sp>
      <p:sp>
        <p:nvSpPr>
          <p:cNvPr id="501" name="Google Shape;501;p84"/>
          <p:cNvSpPr txBox="1"/>
          <p:nvPr>
            <p:ph type="title"/>
          </p:nvPr>
        </p:nvSpPr>
        <p:spPr>
          <a:xfrm>
            <a:off x="472500" y="467100"/>
            <a:ext cx="8199900" cy="353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28BA73"/>
              </a:buClr>
              <a:buSzPts val="2600"/>
              <a:buFont typeface="Trebuchet MS"/>
              <a:buNone/>
              <a:defRPr b="0" i="0" sz="2600" u="none">
                <a:solidFill>
                  <a:srgbClr val="28BA73"/>
                </a:solidFill>
                <a:latin typeface="Trebuchet MS"/>
                <a:ea typeface="Trebuchet MS"/>
                <a:cs typeface="Trebuchet MS"/>
                <a:sym typeface="Trebuchet M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itle Only 1">
  <p:cSld name="D. Title Only_1">
    <p:spTree>
      <p:nvGrpSpPr>
        <p:cNvPr id="502" name="Shape 502"/>
        <p:cNvGrpSpPr/>
        <p:nvPr/>
      </p:nvGrpSpPr>
      <p:grpSpPr>
        <a:xfrm>
          <a:off x="0" y="0"/>
          <a:ext cx="0" cy="0"/>
          <a:chOff x="0" y="0"/>
          <a:chExt cx="0" cy="0"/>
        </a:xfrm>
      </p:grpSpPr>
      <p:sp>
        <p:nvSpPr>
          <p:cNvPr id="503" name="Google Shape;503;p85"/>
          <p:cNvSpPr txBox="1"/>
          <p:nvPr>
            <p:ph idx="10" type="dt"/>
          </p:nvPr>
        </p:nvSpPr>
        <p:spPr>
          <a:xfrm>
            <a:off x="7258050" y="4803777"/>
            <a:ext cx="1111500" cy="115500"/>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100"/>
              <a:buNone/>
              <a:defRPr>
                <a:solidFill>
                  <a:srgbClr val="7F7F7F"/>
                </a:solidFill>
                <a:latin typeface="Trebuchet MS"/>
                <a:ea typeface="Trebuchet MS"/>
                <a:cs typeface="Trebuchet MS"/>
                <a:sym typeface="Trebuchet MS"/>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04" name="Google Shape;504;p85"/>
          <p:cNvSpPr txBox="1"/>
          <p:nvPr/>
        </p:nvSpPr>
        <p:spPr>
          <a:xfrm rot="-5400000">
            <a:off x="7112786" y="2943570"/>
            <a:ext cx="3850500" cy="6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GB" sz="500">
                <a:solidFill>
                  <a:srgbClr val="7F7F7F"/>
                </a:solidFill>
                <a:latin typeface="Trebuchet MS"/>
                <a:ea typeface="Trebuchet MS"/>
                <a:cs typeface="Trebuchet MS"/>
                <a:sym typeface="Trebuchet MS"/>
              </a:rPr>
              <a:t>Copyright © 2023 by Boston Consulting Group. All rights reserved.</a:t>
            </a:r>
            <a:endParaRPr sz="500">
              <a:solidFill>
                <a:srgbClr val="7F7F7F"/>
              </a:solidFill>
              <a:latin typeface="Trebuchet MS"/>
              <a:ea typeface="Trebuchet MS"/>
              <a:cs typeface="Trebuchet MS"/>
              <a:sym typeface="Trebuchet MS"/>
            </a:endParaRPr>
          </a:p>
        </p:txBody>
      </p:sp>
      <p:sp>
        <p:nvSpPr>
          <p:cNvPr id="505" name="Google Shape;505;p85"/>
          <p:cNvSpPr txBox="1"/>
          <p:nvPr>
            <p:ph type="title"/>
          </p:nvPr>
        </p:nvSpPr>
        <p:spPr>
          <a:xfrm>
            <a:off x="472500" y="467100"/>
            <a:ext cx="8200200" cy="2493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2"/>
              </a:buClr>
              <a:buSzPts val="1800"/>
              <a:buFont typeface="Trebuchet MS"/>
              <a:buNone/>
              <a:defRPr>
                <a:latin typeface="Trebuchet MS"/>
                <a:ea typeface="Trebuchet MS"/>
                <a:cs typeface="Trebuchet MS"/>
                <a:sym typeface="Trebuchet MS"/>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32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1B">
  <p:cSld name="Cover 1B">
    <p:spTree>
      <p:nvGrpSpPr>
        <p:cNvPr id="506" name="Shape 506"/>
        <p:cNvGrpSpPr/>
        <p:nvPr/>
      </p:nvGrpSpPr>
      <p:grpSpPr>
        <a:xfrm>
          <a:off x="0" y="0"/>
          <a:ext cx="0" cy="0"/>
          <a:chOff x="0" y="0"/>
          <a:chExt cx="0" cy="0"/>
        </a:xfrm>
      </p:grpSpPr>
      <p:sp>
        <p:nvSpPr>
          <p:cNvPr id="507" name="Google Shape;507;p86"/>
          <p:cNvSpPr/>
          <p:nvPr/>
        </p:nvSpPr>
        <p:spPr>
          <a:xfrm>
            <a:off x="0" y="0"/>
            <a:ext cx="9144000" cy="51435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508" name="Google Shape;508;p86"/>
          <p:cNvPicPr preferRelativeResize="0"/>
          <p:nvPr/>
        </p:nvPicPr>
        <p:blipFill rotWithShape="1">
          <a:blip r:embed="rId2">
            <a:alphaModFix/>
          </a:blip>
          <a:srcRect b="0" l="0" r="0" t="0"/>
          <a:stretch/>
        </p:blipFill>
        <p:spPr>
          <a:xfrm>
            <a:off x="6648450" y="0"/>
            <a:ext cx="2495550" cy="5143500"/>
          </a:xfrm>
          <a:prstGeom prst="rect">
            <a:avLst/>
          </a:prstGeom>
          <a:noFill/>
          <a:ln>
            <a:noFill/>
          </a:ln>
        </p:spPr>
      </p:pic>
      <p:pic>
        <p:nvPicPr>
          <p:cNvPr id="509" name="Google Shape;509;p86"/>
          <p:cNvPicPr preferRelativeResize="0"/>
          <p:nvPr/>
        </p:nvPicPr>
        <p:blipFill rotWithShape="1">
          <a:blip r:embed="rId3">
            <a:alphaModFix/>
          </a:blip>
          <a:srcRect b="0" l="0" r="0" t="0"/>
          <a:stretch/>
        </p:blipFill>
        <p:spPr>
          <a:xfrm>
            <a:off x="5391150" y="0"/>
            <a:ext cx="3752853" cy="5143500"/>
          </a:xfrm>
          <a:prstGeom prst="rect">
            <a:avLst/>
          </a:prstGeom>
          <a:noFill/>
          <a:ln>
            <a:noFill/>
          </a:ln>
        </p:spPr>
      </p:pic>
      <p:sp>
        <p:nvSpPr>
          <p:cNvPr id="510" name="Google Shape;510;p86"/>
          <p:cNvSpPr txBox="1"/>
          <p:nvPr>
            <p:ph idx="12" type="sldNum"/>
          </p:nvPr>
        </p:nvSpPr>
        <p:spPr>
          <a:xfrm>
            <a:off x="394855" y="4502365"/>
            <a:ext cx="1702500" cy="273900"/>
          </a:xfrm>
          <a:prstGeom prst="rect">
            <a:avLst/>
          </a:prstGeom>
          <a:noFill/>
          <a:ln>
            <a:noFill/>
          </a:ln>
        </p:spPr>
        <p:txBody>
          <a:bodyPr anchorCtr="0" anchor="t" bIns="34275" lIns="68575" spcFirstLastPara="1" rIns="68575" wrap="square" tIns="34275">
            <a:noAutofit/>
          </a:bodyPr>
          <a:lstStyle>
            <a:lvl1pPr indent="0" lvl="0" marL="0" marR="0" algn="l">
              <a:spcBef>
                <a:spcPts val="0"/>
              </a:spcBef>
              <a:buNone/>
              <a:defRPr b="0" i="0" sz="1100" u="none" cap="none" strike="noStrike">
                <a:solidFill>
                  <a:schemeClr val="lt1"/>
                </a:solidFill>
                <a:latin typeface="Avenir"/>
                <a:ea typeface="Avenir"/>
                <a:cs typeface="Avenir"/>
                <a:sym typeface="Avenir"/>
              </a:defRPr>
            </a:lvl1pPr>
            <a:lvl2pPr indent="0" lvl="1" marL="0" marR="0" algn="l">
              <a:spcBef>
                <a:spcPts val="0"/>
              </a:spcBef>
              <a:buNone/>
              <a:defRPr b="0" i="0" sz="1100" u="none" cap="none" strike="noStrike">
                <a:solidFill>
                  <a:schemeClr val="lt1"/>
                </a:solidFill>
                <a:latin typeface="Avenir"/>
                <a:ea typeface="Avenir"/>
                <a:cs typeface="Avenir"/>
                <a:sym typeface="Avenir"/>
              </a:defRPr>
            </a:lvl2pPr>
            <a:lvl3pPr indent="0" lvl="2" marL="0" marR="0" algn="l">
              <a:spcBef>
                <a:spcPts val="0"/>
              </a:spcBef>
              <a:buNone/>
              <a:defRPr b="0" i="0" sz="1100" u="none" cap="none" strike="noStrike">
                <a:solidFill>
                  <a:schemeClr val="lt1"/>
                </a:solidFill>
                <a:latin typeface="Avenir"/>
                <a:ea typeface="Avenir"/>
                <a:cs typeface="Avenir"/>
                <a:sym typeface="Avenir"/>
              </a:defRPr>
            </a:lvl3pPr>
            <a:lvl4pPr indent="0" lvl="3" marL="0" marR="0" algn="l">
              <a:spcBef>
                <a:spcPts val="0"/>
              </a:spcBef>
              <a:buNone/>
              <a:defRPr b="0" i="0" sz="1100" u="none" cap="none" strike="noStrike">
                <a:solidFill>
                  <a:schemeClr val="lt1"/>
                </a:solidFill>
                <a:latin typeface="Avenir"/>
                <a:ea typeface="Avenir"/>
                <a:cs typeface="Avenir"/>
                <a:sym typeface="Avenir"/>
              </a:defRPr>
            </a:lvl4pPr>
            <a:lvl5pPr indent="0" lvl="4" marL="0" marR="0" algn="l">
              <a:spcBef>
                <a:spcPts val="0"/>
              </a:spcBef>
              <a:buNone/>
              <a:defRPr b="0" i="0" sz="1100" u="none" cap="none" strike="noStrike">
                <a:solidFill>
                  <a:schemeClr val="lt1"/>
                </a:solidFill>
                <a:latin typeface="Avenir"/>
                <a:ea typeface="Avenir"/>
                <a:cs typeface="Avenir"/>
                <a:sym typeface="Avenir"/>
              </a:defRPr>
            </a:lvl5pPr>
            <a:lvl6pPr indent="0" lvl="5" marL="0" marR="0" algn="l">
              <a:spcBef>
                <a:spcPts val="0"/>
              </a:spcBef>
              <a:buNone/>
              <a:defRPr b="0" i="0" sz="1100" u="none" cap="none" strike="noStrike">
                <a:solidFill>
                  <a:schemeClr val="lt1"/>
                </a:solidFill>
                <a:latin typeface="Avenir"/>
                <a:ea typeface="Avenir"/>
                <a:cs typeface="Avenir"/>
                <a:sym typeface="Avenir"/>
              </a:defRPr>
            </a:lvl6pPr>
            <a:lvl7pPr indent="0" lvl="6" marL="0" marR="0" algn="l">
              <a:spcBef>
                <a:spcPts val="0"/>
              </a:spcBef>
              <a:buNone/>
              <a:defRPr b="0" i="0" sz="1100" u="none" cap="none" strike="noStrike">
                <a:solidFill>
                  <a:schemeClr val="lt1"/>
                </a:solidFill>
                <a:latin typeface="Avenir"/>
                <a:ea typeface="Avenir"/>
                <a:cs typeface="Avenir"/>
                <a:sym typeface="Avenir"/>
              </a:defRPr>
            </a:lvl7pPr>
            <a:lvl8pPr indent="0" lvl="7" marL="0" marR="0" algn="l">
              <a:spcBef>
                <a:spcPts val="0"/>
              </a:spcBef>
              <a:buNone/>
              <a:defRPr b="0" i="0" sz="1100" u="none" cap="none" strike="noStrike">
                <a:solidFill>
                  <a:schemeClr val="lt1"/>
                </a:solidFill>
                <a:latin typeface="Avenir"/>
                <a:ea typeface="Avenir"/>
                <a:cs typeface="Avenir"/>
                <a:sym typeface="Avenir"/>
              </a:defRPr>
            </a:lvl8pPr>
            <a:lvl9pPr indent="0" lvl="8" marL="0" marR="0" algn="l">
              <a:spcBef>
                <a:spcPts val="0"/>
              </a:spcBef>
              <a:buNone/>
              <a:defRPr b="0" i="0" sz="1100" u="none" cap="none" strike="noStrike">
                <a:solidFill>
                  <a:schemeClr val="lt1"/>
                </a:solidFill>
                <a:latin typeface="Avenir"/>
                <a:ea typeface="Avenir"/>
                <a:cs typeface="Avenir"/>
                <a:sym typeface="Avenir"/>
              </a:defRPr>
            </a:lvl9pPr>
          </a:lstStyle>
          <a:p>
            <a:pPr indent="0" lvl="0" marL="0" rtl="0" algn="l">
              <a:spcBef>
                <a:spcPts val="0"/>
              </a:spcBef>
              <a:spcAft>
                <a:spcPts val="0"/>
              </a:spcAft>
              <a:buNone/>
            </a:pPr>
            <a:r>
              <a:rPr lang="en-GB"/>
              <a:t>7 March 2024</a:t>
            </a:r>
            <a:endParaRPr/>
          </a:p>
        </p:txBody>
      </p:sp>
      <p:sp>
        <p:nvSpPr>
          <p:cNvPr id="511" name="Google Shape;511;p86"/>
          <p:cNvSpPr txBox="1"/>
          <p:nvPr>
            <p:ph type="ctrTitle"/>
          </p:nvPr>
        </p:nvSpPr>
        <p:spPr>
          <a:xfrm>
            <a:off x="394855" y="476740"/>
            <a:ext cx="4985400" cy="3885900"/>
          </a:xfrm>
          <a:prstGeom prst="rect">
            <a:avLst/>
          </a:prstGeom>
          <a:noFill/>
          <a:ln>
            <a:noFill/>
          </a:ln>
        </p:spPr>
        <p:txBody>
          <a:bodyPr anchorCtr="0" anchor="b" bIns="34275" lIns="68575" spcFirstLastPara="1" rIns="68575" wrap="square" tIns="34275">
            <a:noAutofit/>
          </a:bodyPr>
          <a:lstStyle>
            <a:lvl1pPr lvl="0" marR="0" algn="l">
              <a:lnSpc>
                <a:spcPct val="75000"/>
              </a:lnSpc>
              <a:spcBef>
                <a:spcPts val="0"/>
              </a:spcBef>
              <a:spcAft>
                <a:spcPts val="0"/>
              </a:spcAft>
              <a:buClr>
                <a:schemeClr val="lt1"/>
              </a:buClr>
              <a:buSzPts val="4500"/>
              <a:buFont typeface="Arial"/>
              <a:buNone/>
              <a:defRPr b="0" i="0" sz="4500" u="none" cap="none" strike="noStrike">
                <a:solidFill>
                  <a:schemeClr val="lt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pic>
        <p:nvPicPr>
          <p:cNvPr id="512" name="Google Shape;512;p86"/>
          <p:cNvPicPr preferRelativeResize="0"/>
          <p:nvPr/>
        </p:nvPicPr>
        <p:blipFill rotWithShape="1">
          <a:blip r:embed="rId4">
            <a:alphaModFix/>
          </a:blip>
          <a:srcRect b="0" l="0" r="0" t="0"/>
          <a:stretch/>
        </p:blipFill>
        <p:spPr>
          <a:xfrm>
            <a:off x="7319032" y="359569"/>
            <a:ext cx="1534742" cy="711994"/>
          </a:xfrm>
          <a:prstGeom prst="rect">
            <a:avLst/>
          </a:prstGeom>
          <a:noFill/>
          <a:ln>
            <a:noFill/>
          </a:ln>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Arrow half 1" showMasterSp="0">
  <p:cSld name="D. Arrow half_1">
    <p:bg>
      <p:bgPr>
        <a:solidFill>
          <a:schemeClr val="dk1"/>
        </a:solidFill>
      </p:bgPr>
    </p:bg>
    <p:spTree>
      <p:nvGrpSpPr>
        <p:cNvPr id="513" name="Shape 513"/>
        <p:cNvGrpSpPr/>
        <p:nvPr/>
      </p:nvGrpSpPr>
      <p:grpSpPr>
        <a:xfrm>
          <a:off x="0" y="0"/>
          <a:ext cx="0" cy="0"/>
          <a:chOff x="0" y="0"/>
          <a:chExt cx="0" cy="0"/>
        </a:xfrm>
      </p:grpSpPr>
      <p:sp>
        <p:nvSpPr>
          <p:cNvPr id="514" name="Google Shape;514;p87"/>
          <p:cNvSpPr/>
          <p:nvPr/>
        </p:nvSpPr>
        <p:spPr>
          <a:xfrm>
            <a:off x="0" y="0"/>
            <a:ext cx="4772700" cy="5143500"/>
          </a:xfrm>
          <a:prstGeom prst="homePlate">
            <a:avLst>
              <a:gd fmla="val 12939" name="adj"/>
            </a:avLst>
          </a:prstGeom>
          <a:solidFill>
            <a:srgbClr val="FFFFFF"/>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Calibri"/>
              <a:ea typeface="Calibri"/>
              <a:cs typeface="Calibri"/>
              <a:sym typeface="Calibri"/>
            </a:endParaRPr>
          </a:p>
        </p:txBody>
      </p:sp>
      <p:sp>
        <p:nvSpPr>
          <p:cNvPr id="515" name="Google Shape;515;p87"/>
          <p:cNvSpPr txBox="1"/>
          <p:nvPr>
            <p:ph type="title"/>
          </p:nvPr>
        </p:nvSpPr>
        <p:spPr>
          <a:xfrm>
            <a:off x="472500" y="467100"/>
            <a:ext cx="3561000" cy="249300"/>
          </a:xfrm>
          <a:prstGeom prst="rect">
            <a:avLst/>
          </a:prstGeom>
          <a:noFill/>
          <a:ln>
            <a:noFill/>
          </a:ln>
        </p:spPr>
        <p:txBody>
          <a:bodyPr anchorCtr="0" anchor="t" bIns="34275" lIns="68575" spcFirstLastPara="1" rIns="68575" wrap="square" tIns="34275">
            <a:noAutofit/>
          </a:bodyPr>
          <a:lstStyle>
            <a:lvl1pPr lvl="0" marR="0" algn="l">
              <a:lnSpc>
                <a:spcPct val="90000"/>
              </a:lnSpc>
              <a:spcBef>
                <a:spcPts val="0"/>
              </a:spcBef>
              <a:spcAft>
                <a:spcPts val="0"/>
              </a:spcAft>
              <a:buClr>
                <a:srgbClr val="575757"/>
              </a:buClr>
              <a:buSzPts val="3300"/>
              <a:buFont typeface="Calibri"/>
              <a:buNone/>
              <a:defRPr b="0" i="0" sz="3300" u="none" cap="none" strike="noStrike">
                <a:solidFill>
                  <a:srgbClr val="575757"/>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16" name="Google Shape;516;p87"/>
          <p:cNvSpPr txBox="1"/>
          <p:nvPr>
            <p:ph idx="10" type="dt"/>
          </p:nvPr>
        </p:nvSpPr>
        <p:spPr>
          <a:xfrm>
            <a:off x="7258050" y="4803777"/>
            <a:ext cx="1111500" cy="115500"/>
          </a:xfrm>
          <a:prstGeom prst="rect">
            <a:avLst/>
          </a:prstGeom>
          <a:noFill/>
          <a:ln>
            <a:noFill/>
          </a:ln>
        </p:spPr>
        <p:txBody>
          <a:bodyPr anchorCtr="0" anchor="t" bIns="34275" lIns="68575" spcFirstLastPara="1" rIns="68575" wrap="square" tIns="34275">
            <a:spAutoFit/>
          </a:bodyPr>
          <a:lstStyle>
            <a:lvl1pPr lvl="0" marR="0" algn="l">
              <a:spcBef>
                <a:spcPts val="0"/>
              </a:spcBef>
              <a:spcAft>
                <a:spcPts val="0"/>
              </a:spcAft>
              <a:buSzPts val="1100"/>
              <a:buNone/>
              <a:defRPr sz="1400">
                <a:solidFill>
                  <a:schemeClr val="dk1"/>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lt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lt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lt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lt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lt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lt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lt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lt1"/>
                </a:solidFill>
                <a:latin typeface="Calibri"/>
                <a:ea typeface="Calibri"/>
                <a:cs typeface="Calibri"/>
                <a:sym typeface="Calibri"/>
              </a:defRPr>
            </a:lvl9pPr>
          </a:lstStyle>
          <a:p/>
        </p:txBody>
      </p:sp>
      <p:sp>
        <p:nvSpPr>
          <p:cNvPr id="517" name="Google Shape;517;p87"/>
          <p:cNvSpPr txBox="1"/>
          <p:nvPr/>
        </p:nvSpPr>
        <p:spPr>
          <a:xfrm rot="-5400000">
            <a:off x="7112786" y="2943570"/>
            <a:ext cx="3850500" cy="6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GB" sz="500">
                <a:solidFill>
                  <a:schemeClr val="dk1"/>
                </a:solidFill>
                <a:latin typeface="Calibri"/>
                <a:ea typeface="Calibri"/>
                <a:cs typeface="Calibri"/>
                <a:sym typeface="Calibri"/>
              </a:rPr>
              <a:t>Copyright © 2023 by Boston Consulting Group. All rights reserved.</a:t>
            </a:r>
            <a:endParaRPr sz="500">
              <a:solidFill>
                <a:schemeClr val="dk1"/>
              </a:solidFill>
              <a:latin typeface="Calibri"/>
              <a:ea typeface="Calibri"/>
              <a:cs typeface="Calibri"/>
              <a:sym typeface="Calibri"/>
            </a:endParaRPr>
          </a:p>
        </p:txBody>
      </p:sp>
      <p:sp>
        <p:nvSpPr>
          <p:cNvPr id="518" name="Google Shape;518;p87"/>
          <p:cNvSpPr txBox="1"/>
          <p:nvPr/>
        </p:nvSpPr>
        <p:spPr>
          <a:xfrm>
            <a:off x="8375904" y="4803777"/>
            <a:ext cx="285900" cy="1230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dk1"/>
              </a:buClr>
              <a:buSzPts val="800"/>
              <a:buFont typeface="Calibri"/>
              <a:buNone/>
            </a:pPr>
            <a:fld id="{00000000-1234-1234-1234-123412341234}" type="slidenum">
              <a:rPr lang="en-GB" sz="800">
                <a:solidFill>
                  <a:schemeClr val="dk1"/>
                </a:solidFill>
                <a:latin typeface="Calibri"/>
                <a:ea typeface="Calibri"/>
                <a:cs typeface="Calibri"/>
                <a:sym typeface="Calibri"/>
              </a:rPr>
              <a:t>‹#›</a:t>
            </a:fld>
            <a:endParaRPr sz="800">
              <a:solidFill>
                <a:schemeClr val="dk1"/>
              </a:solidFill>
              <a:latin typeface="Calibri"/>
              <a:ea typeface="Calibri"/>
              <a:cs typeface="Calibri"/>
              <a:sym typeface="Calibri"/>
            </a:endParaRPr>
          </a:p>
        </p:txBody>
      </p:sp>
      <p:pic>
        <p:nvPicPr>
          <p:cNvPr id="519" name="Google Shape;519;p87"/>
          <p:cNvPicPr preferRelativeResize="0"/>
          <p:nvPr/>
        </p:nvPicPr>
        <p:blipFill rotWithShape="1">
          <a:blip r:embed="rId2">
            <a:alphaModFix/>
          </a:blip>
          <a:srcRect b="0" l="0" r="0" t="0"/>
          <a:stretch/>
        </p:blipFill>
        <p:spPr>
          <a:xfrm>
            <a:off x="4048355" y="2692205"/>
            <a:ext cx="1023938" cy="2537221"/>
          </a:xfrm>
          <a:custGeom>
            <a:rect b="b" l="l" r="r" t="t"/>
            <a:pathLst>
              <a:path extrusionOk="0" h="3382962" w="136525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itle Only 2">
  <p:cSld name="D. Title Only_2">
    <p:spTree>
      <p:nvGrpSpPr>
        <p:cNvPr id="520" name="Shape 520"/>
        <p:cNvGrpSpPr/>
        <p:nvPr/>
      </p:nvGrpSpPr>
      <p:grpSpPr>
        <a:xfrm>
          <a:off x="0" y="0"/>
          <a:ext cx="0" cy="0"/>
          <a:chOff x="0" y="0"/>
          <a:chExt cx="0" cy="0"/>
        </a:xfrm>
      </p:grpSpPr>
      <p:sp>
        <p:nvSpPr>
          <p:cNvPr id="521" name="Google Shape;521;p88"/>
          <p:cNvSpPr txBox="1"/>
          <p:nvPr>
            <p:ph idx="10" type="dt"/>
          </p:nvPr>
        </p:nvSpPr>
        <p:spPr>
          <a:xfrm>
            <a:off x="0" y="0"/>
            <a:ext cx="2250000" cy="2250000"/>
          </a:xfrm>
          <a:prstGeom prst="rect">
            <a:avLst/>
          </a:prstGeom>
          <a:noFill/>
          <a:ln>
            <a:noFill/>
          </a:ln>
        </p:spPr>
        <p:txBody>
          <a:bodyPr anchorCtr="0" anchor="t" bIns="34275" lIns="68575" spcFirstLastPara="1" rIns="68575" wrap="square" tIns="34275">
            <a:spAutoFit/>
          </a:bodyPr>
          <a:lstStyle>
            <a:lvl1pPr lvl="0" marR="0" algn="l">
              <a:spcBef>
                <a:spcPts val="0"/>
              </a:spcBef>
              <a:spcAft>
                <a:spcPts val="0"/>
              </a:spcAft>
              <a:buSzPts val="1100"/>
              <a:buNone/>
              <a:defRPr sz="1400">
                <a:solidFill>
                  <a:srgbClr val="7F7F7F"/>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22" name="Google Shape;522;p88"/>
          <p:cNvSpPr txBox="1"/>
          <p:nvPr>
            <p:ph type="title"/>
          </p:nvPr>
        </p:nvSpPr>
        <p:spPr>
          <a:xfrm>
            <a:off x="472500" y="467100"/>
            <a:ext cx="8200200" cy="249300"/>
          </a:xfrm>
          <a:prstGeom prst="rect">
            <a:avLst/>
          </a:prstGeom>
          <a:noFill/>
          <a:ln>
            <a:noFill/>
          </a:ln>
        </p:spPr>
        <p:txBody>
          <a:bodyPr anchorCtr="0" anchor="t" bIns="34275" lIns="68575" spcFirstLastPara="1" rIns="68575" wrap="square" tIns="34275">
            <a:no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32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divider D">
  <p:cSld name="Section divider D">
    <p:spTree>
      <p:nvGrpSpPr>
        <p:cNvPr id="523" name="Shape 523"/>
        <p:cNvGrpSpPr/>
        <p:nvPr/>
      </p:nvGrpSpPr>
      <p:grpSpPr>
        <a:xfrm>
          <a:off x="0" y="0"/>
          <a:ext cx="0" cy="0"/>
          <a:chOff x="0" y="0"/>
          <a:chExt cx="0" cy="0"/>
        </a:xfrm>
      </p:grpSpPr>
      <p:sp>
        <p:nvSpPr>
          <p:cNvPr id="524" name="Google Shape;524;p89"/>
          <p:cNvSpPr/>
          <p:nvPr>
            <p:ph idx="2" type="pic"/>
          </p:nvPr>
        </p:nvSpPr>
        <p:spPr>
          <a:xfrm>
            <a:off x="0" y="0"/>
            <a:ext cx="9144000" cy="5143500"/>
          </a:xfrm>
          <a:prstGeom prst="rect">
            <a:avLst/>
          </a:prstGeom>
          <a:solidFill>
            <a:schemeClr val="dk1"/>
          </a:solidFill>
          <a:ln>
            <a:noFill/>
          </a:ln>
        </p:spPr>
      </p:sp>
      <p:sp>
        <p:nvSpPr>
          <p:cNvPr id="525" name="Google Shape;525;p89"/>
          <p:cNvSpPr txBox="1"/>
          <p:nvPr>
            <p:ph idx="1" type="body"/>
          </p:nvPr>
        </p:nvSpPr>
        <p:spPr>
          <a:xfrm>
            <a:off x="403129" y="3832310"/>
            <a:ext cx="8337900" cy="908400"/>
          </a:xfrm>
          <a:prstGeom prst="rect">
            <a:avLst/>
          </a:prstGeom>
          <a:noFill/>
          <a:ln>
            <a:noFill/>
          </a:ln>
        </p:spPr>
        <p:txBody>
          <a:bodyPr anchorCtr="0" anchor="t" bIns="34275" lIns="68575" spcFirstLastPara="1" rIns="68575" wrap="square" tIns="34275">
            <a:noAutofit/>
          </a:bodyPr>
          <a:lstStyle>
            <a:lvl1pPr indent="-228600" lvl="0" marL="457200" marR="0" algn="ctr">
              <a:lnSpc>
                <a:spcPct val="90000"/>
              </a:lnSpc>
              <a:spcBef>
                <a:spcPts val="800"/>
              </a:spcBef>
              <a:spcAft>
                <a:spcPts val="0"/>
              </a:spcAft>
              <a:buClr>
                <a:schemeClr val="lt1"/>
              </a:buClr>
              <a:buSzPts val="1200"/>
              <a:buFont typeface="Arial"/>
              <a:buNone/>
              <a:defRPr b="0" i="0" sz="1200" u="none" cap="none" strike="noStrike">
                <a:solidFill>
                  <a:schemeClr val="lt1"/>
                </a:solidFill>
                <a:latin typeface="Avenir"/>
                <a:ea typeface="Avenir"/>
                <a:cs typeface="Avenir"/>
                <a:sym typeface="Avenir"/>
              </a:defRPr>
            </a:lvl1pPr>
            <a:lvl2pPr indent="-228600" lvl="1" marL="914400" marR="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2pPr>
            <a:lvl3pPr indent="-228600" lvl="2" marL="1371600" marR="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4pPr>
            <a:lvl5pPr indent="-228600" lvl="4" marL="22860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5pPr>
            <a:lvl6pPr indent="-228600" lvl="5" marL="27432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6pPr>
            <a:lvl7pPr indent="-228600" lvl="6" marL="3200400" marR="0" algn="l">
              <a:lnSpc>
                <a:spcPct val="90000"/>
              </a:lnSpc>
              <a:spcBef>
                <a:spcPts val="5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7pPr>
            <a:lvl8pPr indent="-228600" lvl="7" marL="3657600" marR="0" algn="l">
              <a:lnSpc>
                <a:spcPct val="90000"/>
              </a:lnSpc>
              <a:spcBef>
                <a:spcPts val="7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8pPr>
            <a:lvl9pPr indent="-228600" lvl="8" marL="4114800" marR="0" algn="l">
              <a:lnSpc>
                <a:spcPct val="90000"/>
              </a:lnSpc>
              <a:spcBef>
                <a:spcPts val="400"/>
              </a:spcBef>
              <a:spcAft>
                <a:spcPts val="700"/>
              </a:spcAft>
              <a:buClr>
                <a:schemeClr val="dk1"/>
              </a:buClr>
              <a:buSzPts val="800"/>
              <a:buFont typeface="Arial"/>
              <a:buNone/>
              <a:defRPr b="0" i="0" sz="800" u="none" cap="none" strike="noStrike">
                <a:solidFill>
                  <a:schemeClr val="dk1"/>
                </a:solidFill>
                <a:latin typeface="Calibri"/>
                <a:ea typeface="Calibri"/>
                <a:cs typeface="Calibri"/>
                <a:sym typeface="Calibri"/>
              </a:defRPr>
            </a:lvl9pPr>
          </a:lstStyle>
          <a:p/>
        </p:txBody>
      </p:sp>
      <p:sp>
        <p:nvSpPr>
          <p:cNvPr id="526" name="Google Shape;526;p89"/>
          <p:cNvSpPr txBox="1"/>
          <p:nvPr>
            <p:ph type="ctrTitle"/>
          </p:nvPr>
        </p:nvSpPr>
        <p:spPr>
          <a:xfrm>
            <a:off x="403129" y="2971800"/>
            <a:ext cx="8337900" cy="754200"/>
          </a:xfrm>
          <a:prstGeom prst="rect">
            <a:avLst/>
          </a:prstGeom>
          <a:noFill/>
          <a:ln>
            <a:noFill/>
          </a:ln>
        </p:spPr>
        <p:txBody>
          <a:bodyPr anchorCtr="0" anchor="b" bIns="34275" lIns="68575" spcFirstLastPara="1" rIns="68575" wrap="square" tIns="34275">
            <a:noAutofit/>
          </a:bodyPr>
          <a:lstStyle>
            <a:lvl1pPr lvl="0" marR="0" algn="ctr">
              <a:lnSpc>
                <a:spcPct val="75000"/>
              </a:lnSpc>
              <a:spcBef>
                <a:spcPts val="0"/>
              </a:spcBef>
              <a:spcAft>
                <a:spcPts val="0"/>
              </a:spcAft>
              <a:buClr>
                <a:schemeClr val="lt1"/>
              </a:buClr>
              <a:buSzPts val="4500"/>
              <a:buFont typeface="Arial"/>
              <a:buNone/>
              <a:defRPr b="0" i="0" sz="4500" u="none" cap="none" strike="noStrike">
                <a:solidFill>
                  <a:schemeClr val="lt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7" name="Google Shape;527;p89"/>
          <p:cNvSpPr txBox="1"/>
          <p:nvPr>
            <p:ph idx="12" type="sldNum"/>
          </p:nvPr>
        </p:nvSpPr>
        <p:spPr>
          <a:xfrm>
            <a:off x="8502848" y="4880087"/>
            <a:ext cx="378000" cy="26340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900">
                <a:solidFill>
                  <a:schemeClr val="lt1"/>
                </a:solidFill>
                <a:latin typeface="Arial"/>
                <a:ea typeface="Arial"/>
                <a:cs typeface="Arial"/>
                <a:sym typeface="Arial"/>
              </a:defRPr>
            </a:lvl1pPr>
            <a:lvl2pPr indent="0" lvl="1" marL="0" marR="0" algn="r">
              <a:spcBef>
                <a:spcPts val="0"/>
              </a:spcBef>
              <a:buNone/>
              <a:defRPr b="0" i="0" sz="900">
                <a:solidFill>
                  <a:schemeClr val="lt1"/>
                </a:solidFill>
                <a:latin typeface="Arial"/>
                <a:ea typeface="Arial"/>
                <a:cs typeface="Arial"/>
                <a:sym typeface="Arial"/>
              </a:defRPr>
            </a:lvl2pPr>
            <a:lvl3pPr indent="0" lvl="2" marL="0" marR="0" algn="r">
              <a:spcBef>
                <a:spcPts val="0"/>
              </a:spcBef>
              <a:buNone/>
              <a:defRPr b="0" i="0" sz="900">
                <a:solidFill>
                  <a:schemeClr val="lt1"/>
                </a:solidFill>
                <a:latin typeface="Arial"/>
                <a:ea typeface="Arial"/>
                <a:cs typeface="Arial"/>
                <a:sym typeface="Arial"/>
              </a:defRPr>
            </a:lvl3pPr>
            <a:lvl4pPr indent="0" lvl="3" marL="0" marR="0" algn="r">
              <a:spcBef>
                <a:spcPts val="0"/>
              </a:spcBef>
              <a:buNone/>
              <a:defRPr b="0" i="0" sz="900">
                <a:solidFill>
                  <a:schemeClr val="lt1"/>
                </a:solidFill>
                <a:latin typeface="Arial"/>
                <a:ea typeface="Arial"/>
                <a:cs typeface="Arial"/>
                <a:sym typeface="Arial"/>
              </a:defRPr>
            </a:lvl4pPr>
            <a:lvl5pPr indent="0" lvl="4" marL="0" marR="0" algn="r">
              <a:spcBef>
                <a:spcPts val="0"/>
              </a:spcBef>
              <a:buNone/>
              <a:defRPr b="0" i="0" sz="900">
                <a:solidFill>
                  <a:schemeClr val="lt1"/>
                </a:solidFill>
                <a:latin typeface="Arial"/>
                <a:ea typeface="Arial"/>
                <a:cs typeface="Arial"/>
                <a:sym typeface="Arial"/>
              </a:defRPr>
            </a:lvl5pPr>
            <a:lvl6pPr indent="0" lvl="5" marL="0" marR="0" algn="r">
              <a:spcBef>
                <a:spcPts val="0"/>
              </a:spcBef>
              <a:buNone/>
              <a:defRPr b="0" i="0" sz="900">
                <a:solidFill>
                  <a:schemeClr val="lt1"/>
                </a:solidFill>
                <a:latin typeface="Arial"/>
                <a:ea typeface="Arial"/>
                <a:cs typeface="Arial"/>
                <a:sym typeface="Arial"/>
              </a:defRPr>
            </a:lvl6pPr>
            <a:lvl7pPr indent="0" lvl="6" marL="0" marR="0" algn="r">
              <a:spcBef>
                <a:spcPts val="0"/>
              </a:spcBef>
              <a:buNone/>
              <a:defRPr b="0" i="0" sz="900">
                <a:solidFill>
                  <a:schemeClr val="lt1"/>
                </a:solidFill>
                <a:latin typeface="Arial"/>
                <a:ea typeface="Arial"/>
                <a:cs typeface="Arial"/>
                <a:sym typeface="Arial"/>
              </a:defRPr>
            </a:lvl7pPr>
            <a:lvl8pPr indent="0" lvl="7" marL="0" marR="0" algn="r">
              <a:spcBef>
                <a:spcPts val="0"/>
              </a:spcBef>
              <a:buNone/>
              <a:defRPr b="0" i="0" sz="900">
                <a:solidFill>
                  <a:schemeClr val="lt1"/>
                </a:solidFill>
                <a:latin typeface="Arial"/>
                <a:ea typeface="Arial"/>
                <a:cs typeface="Arial"/>
                <a:sym typeface="Arial"/>
              </a:defRPr>
            </a:lvl8pPr>
            <a:lvl9pPr indent="0" lvl="8" marL="0" marR="0" algn="r">
              <a:spcBef>
                <a:spcPts val="0"/>
              </a:spcBef>
              <a:buNone/>
              <a:defRPr b="0" i="0" sz="9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28" name="Google Shape;528;p89"/>
          <p:cNvPicPr preferRelativeResize="0"/>
          <p:nvPr/>
        </p:nvPicPr>
        <p:blipFill rotWithShape="1">
          <a:blip r:embed="rId2">
            <a:alphaModFix/>
          </a:blip>
          <a:srcRect b="0" l="0" r="0" t="0"/>
          <a:stretch/>
        </p:blipFill>
        <p:spPr>
          <a:xfrm>
            <a:off x="6944588" y="0"/>
            <a:ext cx="2199407" cy="1610027"/>
          </a:xfrm>
          <a:prstGeom prst="rect">
            <a:avLst/>
          </a:prstGeom>
          <a:noFill/>
          <a:ln>
            <a:noFill/>
          </a:ln>
        </p:spPr>
      </p:pic>
      <p:pic>
        <p:nvPicPr>
          <p:cNvPr id="529" name="Google Shape;529;p89"/>
          <p:cNvPicPr preferRelativeResize="0"/>
          <p:nvPr/>
        </p:nvPicPr>
        <p:blipFill rotWithShape="1">
          <a:blip r:embed="rId3">
            <a:alphaModFix/>
          </a:blip>
          <a:srcRect b="0" l="0" r="0" t="0"/>
          <a:stretch/>
        </p:blipFill>
        <p:spPr>
          <a:xfrm>
            <a:off x="6719377" y="0"/>
            <a:ext cx="2424619" cy="1796901"/>
          </a:xfrm>
          <a:prstGeom prst="rect">
            <a:avLst/>
          </a:prstGeom>
          <a:noFill/>
          <a:ln>
            <a:noFill/>
          </a:ln>
        </p:spPr>
      </p:pic>
      <p:pic>
        <p:nvPicPr>
          <p:cNvPr id="530" name="Google Shape;530;p89"/>
          <p:cNvPicPr preferRelativeResize="0"/>
          <p:nvPr/>
        </p:nvPicPr>
        <p:blipFill rotWithShape="1">
          <a:blip r:embed="rId4">
            <a:alphaModFix/>
          </a:blip>
          <a:srcRect b="0" l="0" r="0" t="0"/>
          <a:stretch/>
        </p:blipFill>
        <p:spPr>
          <a:xfrm>
            <a:off x="7998619" y="197151"/>
            <a:ext cx="948815" cy="440170"/>
          </a:xfrm>
          <a:prstGeom prst="rect">
            <a:avLst/>
          </a:prstGeom>
          <a:noFill/>
          <a:ln>
            <a:noFill/>
          </a:ln>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spTree>
      <p:nvGrpSpPr>
        <p:cNvPr id="531" name="Shape 531"/>
        <p:cNvGrpSpPr/>
        <p:nvPr/>
      </p:nvGrpSpPr>
      <p:grpSpPr>
        <a:xfrm>
          <a:off x="0" y="0"/>
          <a:ext cx="0" cy="0"/>
          <a:chOff x="0" y="0"/>
          <a:chExt cx="0" cy="0"/>
        </a:xfrm>
      </p:grpSpPr>
      <p:sp>
        <p:nvSpPr>
          <p:cNvPr id="532" name="Google Shape;532;p90"/>
          <p:cNvSpPr txBox="1"/>
          <p:nvPr/>
        </p:nvSpPr>
        <p:spPr>
          <a:xfrm>
            <a:off x="435895" y="4219575"/>
            <a:ext cx="8337900" cy="614400"/>
          </a:xfrm>
          <a:prstGeom prst="rect">
            <a:avLst/>
          </a:prstGeom>
          <a:noFill/>
          <a:ln>
            <a:noFill/>
          </a:ln>
        </p:spPr>
        <p:txBody>
          <a:bodyPr anchorCtr="0" anchor="t" bIns="34275" lIns="68575" spcFirstLastPara="1" rIns="68575" wrap="square" tIns="34275">
            <a:noAutofit/>
          </a:bodyPr>
          <a:lstStyle/>
          <a:p>
            <a:pPr indent="0" lvl="0" marL="0" marR="0" rtl="0" algn="ctr">
              <a:lnSpc>
                <a:spcPct val="90000"/>
              </a:lnSpc>
              <a:spcBef>
                <a:spcPts val="0"/>
              </a:spcBef>
              <a:spcAft>
                <a:spcPts val="0"/>
              </a:spcAft>
              <a:buClr>
                <a:schemeClr val="lt1"/>
              </a:buClr>
              <a:buSzPts val="800"/>
              <a:buFont typeface="Arial"/>
              <a:buNone/>
            </a:pPr>
            <a:r>
              <a:rPr b="0" i="0" lang="en-GB" sz="800">
                <a:solidFill>
                  <a:schemeClr val="lt1"/>
                </a:solidFill>
                <a:latin typeface="Avenir"/>
                <a:ea typeface="Avenir"/>
                <a:cs typeface="Avenir"/>
                <a:sym typeface="Avenir"/>
              </a:rPr>
              <a:t>GPO Box 367 Canberra ACT 2601</a:t>
            </a:r>
            <a:endParaRPr sz="1100"/>
          </a:p>
          <a:p>
            <a:pPr indent="0" lvl="0" marL="0" marR="0" rtl="0" algn="ctr">
              <a:lnSpc>
                <a:spcPct val="90000"/>
              </a:lnSpc>
              <a:spcBef>
                <a:spcPts val="800"/>
              </a:spcBef>
              <a:spcAft>
                <a:spcPts val="0"/>
              </a:spcAft>
              <a:buClr>
                <a:schemeClr val="lt1"/>
              </a:buClr>
              <a:buSzPts val="800"/>
              <a:buFont typeface="Arial"/>
              <a:buNone/>
            </a:pPr>
            <a:r>
              <a:rPr b="0" i="0" lang="en-GB" sz="800">
                <a:solidFill>
                  <a:schemeClr val="lt1"/>
                </a:solidFill>
                <a:latin typeface="Avenir"/>
                <a:ea typeface="Avenir"/>
                <a:cs typeface="Avenir"/>
                <a:sym typeface="Avenir"/>
              </a:rPr>
              <a:t>Alan Woods Building, 25 Constitution Avenue, Canberra ACT 2600, Australia</a:t>
            </a:r>
            <a:endParaRPr sz="1100"/>
          </a:p>
          <a:p>
            <a:pPr indent="0" lvl="0" marL="0" marR="0" rtl="0" algn="ctr">
              <a:lnSpc>
                <a:spcPct val="90000"/>
              </a:lnSpc>
              <a:spcBef>
                <a:spcPts val="800"/>
              </a:spcBef>
              <a:spcAft>
                <a:spcPts val="0"/>
              </a:spcAft>
              <a:buClr>
                <a:schemeClr val="lt1"/>
              </a:buClr>
              <a:buSzPts val="800"/>
              <a:buFont typeface="Arial"/>
              <a:buNone/>
            </a:pPr>
            <a:r>
              <a:rPr b="0" i="0" lang="en-GB" sz="800">
                <a:solidFill>
                  <a:schemeClr val="lt1"/>
                </a:solidFill>
                <a:latin typeface="Avenir"/>
                <a:ea typeface="Avenir"/>
                <a:cs typeface="Avenir"/>
                <a:sym typeface="Avenir"/>
              </a:rPr>
              <a:t>T: 61 2 6268 4111   F: 61 2 6268 5693   ABN: 59 698 720 886</a:t>
            </a:r>
            <a:endParaRPr sz="1100"/>
          </a:p>
        </p:txBody>
      </p:sp>
      <p:sp>
        <p:nvSpPr>
          <p:cNvPr id="533" name="Google Shape;533;p90"/>
          <p:cNvSpPr txBox="1"/>
          <p:nvPr>
            <p:ph idx="1" type="body"/>
          </p:nvPr>
        </p:nvSpPr>
        <p:spPr>
          <a:xfrm>
            <a:off x="403129" y="1861457"/>
            <a:ext cx="8337900" cy="2177700"/>
          </a:xfrm>
          <a:prstGeom prst="rect">
            <a:avLst/>
          </a:prstGeom>
          <a:noFill/>
          <a:ln>
            <a:noFill/>
          </a:ln>
        </p:spPr>
        <p:txBody>
          <a:bodyPr anchorCtr="0" anchor="t" bIns="34275" lIns="68575" spcFirstLastPara="1" rIns="68575" wrap="square" tIns="34275">
            <a:noAutofit/>
          </a:bodyPr>
          <a:lstStyle>
            <a:lvl1pPr indent="-228600" lvl="0" marL="457200" marR="0" algn="ctr">
              <a:lnSpc>
                <a:spcPct val="90000"/>
              </a:lnSpc>
              <a:spcBef>
                <a:spcPts val="800"/>
              </a:spcBef>
              <a:spcAft>
                <a:spcPts val="0"/>
              </a:spcAft>
              <a:buClr>
                <a:schemeClr val="lt1"/>
              </a:buClr>
              <a:buSzPts val="1200"/>
              <a:buFont typeface="Arial"/>
              <a:buNone/>
              <a:defRPr b="0" i="0" sz="1200" u="none" cap="none" strike="noStrike">
                <a:solidFill>
                  <a:schemeClr val="lt1"/>
                </a:solidFill>
                <a:latin typeface="Avenir"/>
                <a:ea typeface="Avenir"/>
                <a:cs typeface="Avenir"/>
                <a:sym typeface="Avenir"/>
              </a:defRPr>
            </a:lvl1pPr>
            <a:lvl2pPr indent="-228600" lvl="1" marL="914400" marR="0" algn="l">
              <a:lnSpc>
                <a:spcPct val="90000"/>
              </a:lnSpc>
              <a:spcBef>
                <a:spcPts val="400"/>
              </a:spcBef>
              <a:spcAft>
                <a:spcPts val="0"/>
              </a:spcAft>
              <a:buClr>
                <a:schemeClr val="dk1"/>
              </a:buClr>
              <a:buSzPts val="1100"/>
              <a:buFont typeface="Arial"/>
              <a:buNone/>
              <a:defRPr b="0" i="0" sz="1100" u="none" cap="none" strike="noStrike">
                <a:solidFill>
                  <a:schemeClr val="dk1"/>
                </a:solidFill>
                <a:latin typeface="Calibri"/>
                <a:ea typeface="Calibri"/>
                <a:cs typeface="Calibri"/>
                <a:sym typeface="Calibri"/>
              </a:defRPr>
            </a:lvl2pPr>
            <a:lvl3pPr indent="-228600" lvl="2" marL="1371600" marR="0" algn="l">
              <a:lnSpc>
                <a:spcPct val="90000"/>
              </a:lnSpc>
              <a:spcBef>
                <a:spcPts val="40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3pPr>
            <a:lvl4pPr indent="-228600" lvl="3" marL="18288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4pPr>
            <a:lvl5pPr indent="-228600" lvl="4" marL="22860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5pPr>
            <a:lvl6pPr indent="-228600" lvl="5" marL="2743200" marR="0" algn="l">
              <a:lnSpc>
                <a:spcPct val="90000"/>
              </a:lnSpc>
              <a:spcBef>
                <a:spcPts val="4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6pPr>
            <a:lvl7pPr indent="-228600" lvl="6" marL="3200400" marR="0" algn="l">
              <a:lnSpc>
                <a:spcPct val="90000"/>
              </a:lnSpc>
              <a:spcBef>
                <a:spcPts val="5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7pPr>
            <a:lvl8pPr indent="-228600" lvl="7" marL="3657600" marR="0" algn="l">
              <a:lnSpc>
                <a:spcPct val="90000"/>
              </a:lnSpc>
              <a:spcBef>
                <a:spcPts val="700"/>
              </a:spcBef>
              <a:spcAft>
                <a:spcPts val="0"/>
              </a:spcAft>
              <a:buClr>
                <a:schemeClr val="dk1"/>
              </a:buClr>
              <a:buSzPts val="800"/>
              <a:buFont typeface="Arial"/>
              <a:buNone/>
              <a:defRPr b="0" i="0" sz="800" u="none" cap="none" strike="noStrike">
                <a:solidFill>
                  <a:schemeClr val="dk1"/>
                </a:solidFill>
                <a:latin typeface="Calibri"/>
                <a:ea typeface="Calibri"/>
                <a:cs typeface="Calibri"/>
                <a:sym typeface="Calibri"/>
              </a:defRPr>
            </a:lvl8pPr>
            <a:lvl9pPr indent="-228600" lvl="8" marL="4114800" marR="0" algn="l">
              <a:lnSpc>
                <a:spcPct val="90000"/>
              </a:lnSpc>
              <a:spcBef>
                <a:spcPts val="400"/>
              </a:spcBef>
              <a:spcAft>
                <a:spcPts val="700"/>
              </a:spcAft>
              <a:buClr>
                <a:schemeClr val="dk1"/>
              </a:buClr>
              <a:buSzPts val="800"/>
              <a:buFont typeface="Arial"/>
              <a:buNone/>
              <a:defRPr b="0" i="0" sz="800" u="none" cap="none" strike="noStrike">
                <a:solidFill>
                  <a:schemeClr val="dk1"/>
                </a:solidFill>
                <a:latin typeface="Calibri"/>
                <a:ea typeface="Calibri"/>
                <a:cs typeface="Calibri"/>
                <a:sym typeface="Calibri"/>
              </a:defRPr>
            </a:lvl9pPr>
          </a:lstStyle>
          <a:p/>
        </p:txBody>
      </p:sp>
      <p:sp>
        <p:nvSpPr>
          <p:cNvPr id="534" name="Google Shape;534;p90"/>
          <p:cNvSpPr txBox="1"/>
          <p:nvPr>
            <p:ph type="ctrTitle"/>
          </p:nvPr>
        </p:nvSpPr>
        <p:spPr>
          <a:xfrm>
            <a:off x="403129" y="1058266"/>
            <a:ext cx="8337900" cy="666600"/>
          </a:xfrm>
          <a:prstGeom prst="rect">
            <a:avLst/>
          </a:prstGeom>
          <a:noFill/>
          <a:ln>
            <a:noFill/>
          </a:ln>
        </p:spPr>
        <p:txBody>
          <a:bodyPr anchorCtr="0" anchor="b" bIns="0" lIns="0" spcFirstLastPara="1" rIns="0" wrap="square" tIns="0">
            <a:normAutofit/>
          </a:bodyPr>
          <a:lstStyle>
            <a:lvl1pPr lvl="0" marR="0" algn="ctr">
              <a:lnSpc>
                <a:spcPct val="75000"/>
              </a:lnSpc>
              <a:spcBef>
                <a:spcPts val="0"/>
              </a:spcBef>
              <a:spcAft>
                <a:spcPts val="0"/>
              </a:spcAft>
              <a:buClr>
                <a:schemeClr val="lt1"/>
              </a:buClr>
              <a:buSzPts val="4500"/>
              <a:buFont typeface="Arial"/>
              <a:buNone/>
              <a:defRPr b="0" i="0" sz="4500" u="none" cap="none" strike="noStrike">
                <a:solidFill>
                  <a:schemeClr val="lt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35" name="Google Shape;535;p90"/>
          <p:cNvSpPr txBox="1"/>
          <p:nvPr>
            <p:ph idx="12" type="sldNum"/>
          </p:nvPr>
        </p:nvSpPr>
        <p:spPr>
          <a:xfrm>
            <a:off x="8502848" y="4880087"/>
            <a:ext cx="378000" cy="263400"/>
          </a:xfrm>
          <a:prstGeom prst="rect">
            <a:avLst/>
          </a:prstGeom>
          <a:noFill/>
          <a:ln>
            <a:noFill/>
          </a:ln>
        </p:spPr>
        <p:txBody>
          <a:bodyPr anchorCtr="0" anchor="t" bIns="34275" lIns="68575" spcFirstLastPara="1" rIns="68575" wrap="square" tIns="34275">
            <a:noAutofit/>
          </a:bodyPr>
          <a:lstStyle>
            <a:lvl1pPr indent="0" lvl="0" marL="0" marR="0" algn="r">
              <a:spcBef>
                <a:spcPts val="0"/>
              </a:spcBef>
              <a:buNone/>
              <a:defRPr b="0" i="0" sz="900">
                <a:solidFill>
                  <a:schemeClr val="lt1"/>
                </a:solidFill>
                <a:latin typeface="Arial"/>
                <a:ea typeface="Arial"/>
                <a:cs typeface="Arial"/>
                <a:sym typeface="Arial"/>
              </a:defRPr>
            </a:lvl1pPr>
            <a:lvl2pPr indent="0" lvl="1" marL="0" marR="0" algn="r">
              <a:spcBef>
                <a:spcPts val="0"/>
              </a:spcBef>
              <a:buNone/>
              <a:defRPr b="0" i="0" sz="900">
                <a:solidFill>
                  <a:schemeClr val="lt1"/>
                </a:solidFill>
                <a:latin typeface="Arial"/>
                <a:ea typeface="Arial"/>
                <a:cs typeface="Arial"/>
                <a:sym typeface="Arial"/>
              </a:defRPr>
            </a:lvl2pPr>
            <a:lvl3pPr indent="0" lvl="2" marL="0" marR="0" algn="r">
              <a:spcBef>
                <a:spcPts val="0"/>
              </a:spcBef>
              <a:buNone/>
              <a:defRPr b="0" i="0" sz="900">
                <a:solidFill>
                  <a:schemeClr val="lt1"/>
                </a:solidFill>
                <a:latin typeface="Arial"/>
                <a:ea typeface="Arial"/>
                <a:cs typeface="Arial"/>
                <a:sym typeface="Arial"/>
              </a:defRPr>
            </a:lvl3pPr>
            <a:lvl4pPr indent="0" lvl="3" marL="0" marR="0" algn="r">
              <a:spcBef>
                <a:spcPts val="0"/>
              </a:spcBef>
              <a:buNone/>
              <a:defRPr b="0" i="0" sz="900">
                <a:solidFill>
                  <a:schemeClr val="lt1"/>
                </a:solidFill>
                <a:latin typeface="Arial"/>
                <a:ea typeface="Arial"/>
                <a:cs typeface="Arial"/>
                <a:sym typeface="Arial"/>
              </a:defRPr>
            </a:lvl4pPr>
            <a:lvl5pPr indent="0" lvl="4" marL="0" marR="0" algn="r">
              <a:spcBef>
                <a:spcPts val="0"/>
              </a:spcBef>
              <a:buNone/>
              <a:defRPr b="0" i="0" sz="900">
                <a:solidFill>
                  <a:schemeClr val="lt1"/>
                </a:solidFill>
                <a:latin typeface="Arial"/>
                <a:ea typeface="Arial"/>
                <a:cs typeface="Arial"/>
                <a:sym typeface="Arial"/>
              </a:defRPr>
            </a:lvl5pPr>
            <a:lvl6pPr indent="0" lvl="5" marL="0" marR="0" algn="r">
              <a:spcBef>
                <a:spcPts val="0"/>
              </a:spcBef>
              <a:buNone/>
              <a:defRPr b="0" i="0" sz="900">
                <a:solidFill>
                  <a:schemeClr val="lt1"/>
                </a:solidFill>
                <a:latin typeface="Arial"/>
                <a:ea typeface="Arial"/>
                <a:cs typeface="Arial"/>
                <a:sym typeface="Arial"/>
              </a:defRPr>
            </a:lvl6pPr>
            <a:lvl7pPr indent="0" lvl="6" marL="0" marR="0" algn="r">
              <a:spcBef>
                <a:spcPts val="0"/>
              </a:spcBef>
              <a:buNone/>
              <a:defRPr b="0" i="0" sz="900">
                <a:solidFill>
                  <a:schemeClr val="lt1"/>
                </a:solidFill>
                <a:latin typeface="Arial"/>
                <a:ea typeface="Arial"/>
                <a:cs typeface="Arial"/>
                <a:sym typeface="Arial"/>
              </a:defRPr>
            </a:lvl7pPr>
            <a:lvl8pPr indent="0" lvl="7" marL="0" marR="0" algn="r">
              <a:spcBef>
                <a:spcPts val="0"/>
              </a:spcBef>
              <a:buNone/>
              <a:defRPr b="0" i="0" sz="900">
                <a:solidFill>
                  <a:schemeClr val="lt1"/>
                </a:solidFill>
                <a:latin typeface="Arial"/>
                <a:ea typeface="Arial"/>
                <a:cs typeface="Arial"/>
                <a:sym typeface="Arial"/>
              </a:defRPr>
            </a:lvl8pPr>
            <a:lvl9pPr indent="0" lvl="8" marL="0" marR="0" algn="r">
              <a:spcBef>
                <a:spcPts val="0"/>
              </a:spcBef>
              <a:buNone/>
              <a:defRPr b="0" i="0" sz="9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phone 1">
  <p:cSld name="TITLE_AND_BODY_1_1_1_1_1_3">
    <p:bg>
      <p:bgPr>
        <a:solidFill>
          <a:srgbClr val="016B64"/>
        </a:solidFill>
      </p:bgPr>
    </p:bg>
    <p:spTree>
      <p:nvGrpSpPr>
        <p:cNvPr id="536" name="Shape 536"/>
        <p:cNvGrpSpPr/>
        <p:nvPr/>
      </p:nvGrpSpPr>
      <p:grpSpPr>
        <a:xfrm>
          <a:off x="0" y="0"/>
          <a:ext cx="0" cy="0"/>
          <a:chOff x="0" y="0"/>
          <a:chExt cx="0" cy="0"/>
        </a:xfrm>
      </p:grpSpPr>
      <p:sp>
        <p:nvSpPr>
          <p:cNvPr id="537" name="Google Shape;537;p91"/>
          <p:cNvSpPr txBox="1"/>
          <p:nvPr>
            <p:ph idx="12" type="sldNum"/>
          </p:nvPr>
        </p:nvSpPr>
        <p:spPr>
          <a:xfrm>
            <a:off x="8935665" y="4908650"/>
            <a:ext cx="79500" cy="714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538" name="Google Shape;538;p91"/>
          <p:cNvSpPr txBox="1"/>
          <p:nvPr>
            <p:ph type="title"/>
          </p:nvPr>
        </p:nvSpPr>
        <p:spPr>
          <a:xfrm>
            <a:off x="629841" y="2010827"/>
            <a:ext cx="2188500" cy="1122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2100"/>
              <a:buFont typeface="Century Gothic"/>
              <a:buNone/>
              <a:defRPr sz="2100">
                <a:solidFill>
                  <a:schemeClr val="lt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39" name="Google Shape;539;p91"/>
          <p:cNvSpPr/>
          <p:nvPr/>
        </p:nvSpPr>
        <p:spPr>
          <a:xfrm>
            <a:off x="3096372" y="-382"/>
            <a:ext cx="6083400" cy="5144400"/>
          </a:xfrm>
          <a:prstGeom prst="rect">
            <a:avLst/>
          </a:prstGeom>
          <a:solidFill>
            <a:schemeClr val="lt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b="0" i="0" sz="900" u="none" cap="none" strike="noStrike">
              <a:solidFill>
                <a:schemeClr val="lt1"/>
              </a:solidFill>
              <a:latin typeface="Century Gothic"/>
              <a:ea typeface="Century Gothic"/>
              <a:cs typeface="Century Gothic"/>
              <a:sym typeface="Century Gothic"/>
            </a:endParaRPr>
          </a:p>
        </p:txBody>
      </p:sp>
      <p:sp>
        <p:nvSpPr>
          <p:cNvPr id="540" name="Google Shape;540;p91"/>
          <p:cNvSpPr txBox="1"/>
          <p:nvPr>
            <p:ph idx="10" type="dt"/>
          </p:nvPr>
        </p:nvSpPr>
        <p:spPr>
          <a:xfrm>
            <a:off x="4016206" y="4803775"/>
            <a:ext cx="4455900" cy="115500"/>
          </a:xfrm>
          <a:prstGeom prst="rect">
            <a:avLst/>
          </a:prstGeom>
          <a:noFill/>
          <a:ln>
            <a:noFill/>
          </a:ln>
        </p:spPr>
        <p:txBody>
          <a:bodyPr anchorCtr="0" anchor="b" bIns="0" lIns="0" spcFirstLastPara="1" rIns="0" wrap="square" tIns="0">
            <a:spAutoFit/>
          </a:bodyPr>
          <a:lstStyle>
            <a:lvl1pPr lvl="0">
              <a:spcBef>
                <a:spcPts val="0"/>
              </a:spcBef>
              <a:spcAft>
                <a:spcPts val="0"/>
              </a:spcAft>
              <a:buClr>
                <a:srgbClr val="797979"/>
              </a:buClr>
              <a:buSzPts val="800"/>
              <a:buNone/>
              <a:defRPr sz="800">
                <a:solidFill>
                  <a:srgbClr val="797979"/>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541" name="Google Shape;541;p91"/>
          <p:cNvPicPr preferRelativeResize="0"/>
          <p:nvPr/>
        </p:nvPicPr>
        <p:blipFill>
          <a:blip r:embed="rId2">
            <a:alphaModFix/>
          </a:blip>
          <a:stretch>
            <a:fillRect/>
          </a:stretch>
        </p:blipFill>
        <p:spPr>
          <a:xfrm>
            <a:off x="8472096" y="4677304"/>
            <a:ext cx="666577" cy="332400"/>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_AND_TWO_COLUMNS_1">
    <p:spTree>
      <p:nvGrpSpPr>
        <p:cNvPr id="542" name="Shape 542"/>
        <p:cNvGrpSpPr/>
        <p:nvPr/>
      </p:nvGrpSpPr>
      <p:grpSpPr>
        <a:xfrm>
          <a:off x="0" y="0"/>
          <a:ext cx="0" cy="0"/>
          <a:chOff x="0" y="0"/>
          <a:chExt cx="0" cy="0"/>
        </a:xfrm>
      </p:grpSpPr>
      <p:sp>
        <p:nvSpPr>
          <p:cNvPr id="543" name="Google Shape;543;p92"/>
          <p:cNvSpPr txBox="1"/>
          <p:nvPr>
            <p:ph type="title"/>
          </p:nvPr>
        </p:nvSpPr>
        <p:spPr>
          <a:xfrm>
            <a:off x="111600" y="136800"/>
            <a:ext cx="3744000" cy="363600"/>
          </a:xfrm>
          <a:prstGeom prst="rect">
            <a:avLst/>
          </a:prstGeom>
        </p:spPr>
        <p:txBody>
          <a:bodyPr anchorCtr="0" anchor="t" bIns="0" lIns="0" spcFirstLastPara="1" rIns="0" wrap="square" tIns="0">
            <a:noAutofit/>
          </a:bodyPr>
          <a:lstStyle>
            <a:lvl1pPr lvl="0">
              <a:spcBef>
                <a:spcPts val="0"/>
              </a:spcBef>
              <a:spcAft>
                <a:spcPts val="0"/>
              </a:spcAft>
              <a:buSzPts val="21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44" name="Google Shape;544;p92"/>
          <p:cNvSpPr txBox="1"/>
          <p:nvPr>
            <p:ph idx="1" type="body"/>
          </p:nvPr>
        </p:nvSpPr>
        <p:spPr>
          <a:xfrm>
            <a:off x="111600" y="796200"/>
            <a:ext cx="8822100" cy="3828900"/>
          </a:xfrm>
          <a:prstGeom prst="rect">
            <a:avLst/>
          </a:prstGeom>
        </p:spPr>
        <p:txBody>
          <a:bodyPr anchorCtr="0" anchor="t" bIns="0" lIns="0" spcFirstLastPara="1" rIns="0" wrap="square" tIns="0">
            <a:noAutofit/>
          </a:bodyPr>
          <a:lstStyle>
            <a:lvl1pPr indent="-285750" lvl="0" marL="457200">
              <a:spcBef>
                <a:spcPts val="500"/>
              </a:spcBef>
              <a:spcAft>
                <a:spcPts val="0"/>
              </a:spcAft>
              <a:buSzPts val="900"/>
              <a:buChar char="​"/>
              <a:defRPr/>
            </a:lvl1pPr>
            <a:lvl2pPr indent="-285750" lvl="1" marL="914400">
              <a:spcBef>
                <a:spcPts val="200"/>
              </a:spcBef>
              <a:spcAft>
                <a:spcPts val="0"/>
              </a:spcAft>
              <a:buSzPts val="900"/>
              <a:buChar char="•"/>
              <a:defRPr/>
            </a:lvl2pPr>
            <a:lvl3pPr indent="-285750" lvl="2" marL="1371600">
              <a:spcBef>
                <a:spcPts val="1200"/>
              </a:spcBef>
              <a:spcAft>
                <a:spcPts val="0"/>
              </a:spcAft>
              <a:buSzPts val="900"/>
              <a:buChar char="–"/>
              <a:defRPr/>
            </a:lvl3pPr>
            <a:lvl4pPr indent="-304800" lvl="3" marL="1828800">
              <a:lnSpc>
                <a:spcPct val="100000"/>
              </a:lnSpc>
              <a:spcBef>
                <a:spcPts val="600"/>
              </a:spcBef>
              <a:spcAft>
                <a:spcPts val="0"/>
              </a:spcAft>
              <a:buSzPts val="1200"/>
              <a:buChar char="​"/>
              <a:defRPr/>
            </a:lvl4pPr>
            <a:lvl5pPr indent="-304800" lvl="4" marL="2286000">
              <a:spcBef>
                <a:spcPts val="600"/>
              </a:spcBef>
              <a:spcAft>
                <a:spcPts val="0"/>
              </a:spcAft>
              <a:buSzPts val="1200"/>
              <a:buChar char="​"/>
              <a:defRPr/>
            </a:lvl5pPr>
            <a:lvl6pPr indent="-304800" lvl="5" marL="2743200">
              <a:spcBef>
                <a:spcPts val="200"/>
              </a:spcBef>
              <a:spcAft>
                <a:spcPts val="0"/>
              </a:spcAft>
              <a:buSzPts val="1200"/>
              <a:buChar char="•"/>
              <a:defRPr/>
            </a:lvl6pPr>
            <a:lvl7pPr indent="-438150" lvl="6" marL="3200400">
              <a:spcBef>
                <a:spcPts val="700"/>
              </a:spcBef>
              <a:spcAft>
                <a:spcPts val="0"/>
              </a:spcAft>
              <a:buSzPts val="3300"/>
              <a:buChar char="​"/>
              <a:defRPr/>
            </a:lvl7pPr>
            <a:lvl8pPr indent="-488950" lvl="7" marL="3657600">
              <a:spcBef>
                <a:spcPts val="700"/>
              </a:spcBef>
              <a:spcAft>
                <a:spcPts val="0"/>
              </a:spcAft>
              <a:buSzPts val="4100"/>
              <a:buChar char="​"/>
              <a:defRPr/>
            </a:lvl8pPr>
            <a:lvl9pPr indent="-342900" lvl="8" marL="4114800">
              <a:spcBef>
                <a:spcPts val="0"/>
              </a:spcBef>
              <a:spcAft>
                <a:spcPts val="700"/>
              </a:spcAft>
              <a:buSzPts val="1800"/>
              <a:buChar char="​"/>
              <a:defRPr/>
            </a:lvl9pPr>
          </a:lstStyle>
          <a:p/>
        </p:txBody>
      </p:sp>
      <p:sp>
        <p:nvSpPr>
          <p:cNvPr id="545" name="Google Shape;545;p92"/>
          <p:cNvSpPr txBox="1"/>
          <p:nvPr>
            <p:ph idx="12" type="sldNum"/>
          </p:nvPr>
        </p:nvSpPr>
        <p:spPr>
          <a:xfrm>
            <a:off x="8933578" y="4915925"/>
            <a:ext cx="66900" cy="867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546" name="Google Shape;546;p92"/>
          <p:cNvSpPr txBox="1"/>
          <p:nvPr>
            <p:ph idx="2" type="subTitle"/>
          </p:nvPr>
        </p:nvSpPr>
        <p:spPr>
          <a:xfrm>
            <a:off x="111600" y="500400"/>
            <a:ext cx="2464500" cy="243600"/>
          </a:xfrm>
          <a:prstGeom prst="rect">
            <a:avLst/>
          </a:prstGeom>
        </p:spPr>
        <p:txBody>
          <a:bodyPr anchorCtr="0" anchor="t" bIns="0" lIns="0" spcFirstLastPara="1" rIns="0" wrap="square" tIns="0">
            <a:noAutofit/>
          </a:bodyPr>
          <a:lstStyle>
            <a:lvl1pPr lvl="0">
              <a:spcBef>
                <a:spcPts val="500"/>
              </a:spcBef>
              <a:spcAft>
                <a:spcPts val="0"/>
              </a:spcAft>
              <a:buSzPts val="900"/>
              <a:buNone/>
              <a:defRPr b="0"/>
            </a:lvl1pPr>
            <a:lvl2pPr lvl="1">
              <a:spcBef>
                <a:spcPts val="200"/>
              </a:spcBef>
              <a:spcAft>
                <a:spcPts val="0"/>
              </a:spcAft>
              <a:buSzPts val="900"/>
              <a:buNone/>
              <a:defRPr/>
            </a:lvl2pPr>
            <a:lvl3pPr lvl="2">
              <a:spcBef>
                <a:spcPts val="200"/>
              </a:spcBef>
              <a:spcAft>
                <a:spcPts val="0"/>
              </a:spcAft>
              <a:buSzPts val="900"/>
              <a:buNone/>
              <a:defRPr/>
            </a:lvl3pPr>
            <a:lvl4pPr lvl="3">
              <a:spcBef>
                <a:spcPts val="200"/>
              </a:spcBef>
              <a:spcAft>
                <a:spcPts val="0"/>
              </a:spcAft>
              <a:buSzPts val="1200"/>
              <a:buNone/>
              <a:defRPr/>
            </a:lvl4pPr>
            <a:lvl5pPr lvl="4">
              <a:spcBef>
                <a:spcPts val="200"/>
              </a:spcBef>
              <a:spcAft>
                <a:spcPts val="0"/>
              </a:spcAft>
              <a:buSzPts val="1200"/>
              <a:buNone/>
              <a:defRPr/>
            </a:lvl5pPr>
            <a:lvl6pPr lvl="5">
              <a:spcBef>
                <a:spcPts val="200"/>
              </a:spcBef>
              <a:spcAft>
                <a:spcPts val="0"/>
              </a:spcAft>
              <a:buSzPts val="1200"/>
              <a:buNone/>
              <a:defRPr/>
            </a:lvl6pPr>
            <a:lvl7pPr lvl="6">
              <a:spcBef>
                <a:spcPts val="700"/>
              </a:spcBef>
              <a:spcAft>
                <a:spcPts val="0"/>
              </a:spcAft>
              <a:buSzPts val="3300"/>
              <a:buNone/>
              <a:defRPr/>
            </a:lvl7pPr>
            <a:lvl8pPr lvl="7">
              <a:spcBef>
                <a:spcPts val="700"/>
              </a:spcBef>
              <a:spcAft>
                <a:spcPts val="0"/>
              </a:spcAft>
              <a:buSzPts val="4100"/>
              <a:buNone/>
              <a:defRPr/>
            </a:lvl8pPr>
            <a:lvl9pPr lvl="8">
              <a:spcBef>
                <a:spcPts val="0"/>
              </a:spcBef>
              <a:spcAft>
                <a:spcPts val="700"/>
              </a:spcAft>
              <a:buSzPts val="1800"/>
              <a:buNone/>
              <a:defRPr/>
            </a:lvl9pPr>
          </a:lstStyle>
          <a:p/>
        </p:txBody>
      </p:sp>
      <p:pic>
        <p:nvPicPr>
          <p:cNvPr id="547" name="Google Shape;547;p92"/>
          <p:cNvPicPr preferRelativeResize="0"/>
          <p:nvPr/>
        </p:nvPicPr>
        <p:blipFill>
          <a:blip r:embed="rId2">
            <a:alphaModFix/>
          </a:blip>
          <a:stretch>
            <a:fillRect/>
          </a:stretch>
        </p:blipFill>
        <p:spPr>
          <a:xfrm>
            <a:off x="159896" y="4677304"/>
            <a:ext cx="666578" cy="332400"/>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 Title Only">
  <p:cSld name="1_D. Title Only">
    <p:bg>
      <p:bgPr>
        <a:solidFill>
          <a:schemeClr val="lt2"/>
        </a:solidFill>
      </p:bgPr>
    </p:bg>
    <p:spTree>
      <p:nvGrpSpPr>
        <p:cNvPr id="548" name="Shape 548"/>
        <p:cNvGrpSpPr/>
        <p:nvPr/>
      </p:nvGrpSpPr>
      <p:grpSpPr>
        <a:xfrm>
          <a:off x="0" y="0"/>
          <a:ext cx="0" cy="0"/>
          <a:chOff x="0" y="0"/>
          <a:chExt cx="0" cy="0"/>
        </a:xfrm>
      </p:grpSpPr>
      <p:sp>
        <p:nvSpPr>
          <p:cNvPr id="549" name="Google Shape;549;p93"/>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algn="ctr">
              <a:spcBef>
                <a:spcPts val="0"/>
              </a:spcBef>
              <a:spcAft>
                <a:spcPts val="0"/>
              </a:spcAft>
              <a:buSzPts val="1100"/>
              <a:buNone/>
              <a:defRPr>
                <a:solidFill>
                  <a:schemeClr val="accent1"/>
                </a:solidFill>
                <a:latin typeface="Century Gothic"/>
                <a:ea typeface="Century Gothic"/>
                <a:cs typeface="Century Gothic"/>
                <a:sym typeface="Century Gothic"/>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50" name="Google Shape;550;p93"/>
          <p:cNvSpPr txBox="1"/>
          <p:nvPr>
            <p:ph type="title"/>
          </p:nvPr>
        </p:nvSpPr>
        <p:spPr>
          <a:xfrm>
            <a:off x="629841" y="431231"/>
            <a:ext cx="7174800" cy="282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100"/>
              <a:buFont typeface="Century Gothic"/>
              <a:buNone/>
              <a:defRPr b="1" i="0" sz="2100" u="none">
                <a:solidFill>
                  <a:schemeClr val="dk1"/>
                </a:solidFill>
                <a:latin typeface="Century Gothic"/>
                <a:ea typeface="Century Gothic"/>
                <a:cs typeface="Century Gothic"/>
                <a:sym typeface="Century Gothic"/>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pic>
        <p:nvPicPr>
          <p:cNvPr id="551" name="Google Shape;551;p93"/>
          <p:cNvPicPr preferRelativeResize="0"/>
          <p:nvPr/>
        </p:nvPicPr>
        <p:blipFill rotWithShape="1">
          <a:blip r:embed="rId2">
            <a:alphaModFix/>
          </a:blip>
          <a:srcRect b="0" l="0" r="0" t="0"/>
          <a:stretch/>
        </p:blipFill>
        <p:spPr>
          <a:xfrm>
            <a:off x="0" y="5045689"/>
            <a:ext cx="9144000" cy="119024"/>
          </a:xfrm>
          <a:prstGeom prst="rect">
            <a:avLst/>
          </a:prstGeom>
          <a:noFill/>
          <a:ln>
            <a:noFill/>
          </a:ln>
        </p:spPr>
      </p:pic>
      <p:pic>
        <p:nvPicPr>
          <p:cNvPr id="552" name="Google Shape;552;p93"/>
          <p:cNvPicPr preferRelativeResize="0"/>
          <p:nvPr/>
        </p:nvPicPr>
        <p:blipFill rotWithShape="1">
          <a:blip r:embed="rId3">
            <a:alphaModFix/>
          </a:blip>
          <a:srcRect b="0" l="0" r="0" t="0"/>
          <a:stretch/>
        </p:blipFill>
        <p:spPr>
          <a:xfrm>
            <a:off x="8275931" y="4414787"/>
            <a:ext cx="900563" cy="695889"/>
          </a:xfrm>
          <a:prstGeom prst="rect">
            <a:avLst/>
          </a:prstGeom>
          <a:noFill/>
          <a:ln>
            <a:noFill/>
          </a:ln>
        </p:spPr>
      </p:pic>
      <p:sp>
        <p:nvSpPr>
          <p:cNvPr id="553" name="Google Shape;553;p93"/>
          <p:cNvSpPr txBox="1"/>
          <p:nvPr>
            <p:ph idx="1" type="body"/>
          </p:nvPr>
        </p:nvSpPr>
        <p:spPr>
          <a:xfrm>
            <a:off x="629841" y="717805"/>
            <a:ext cx="7174800" cy="218400"/>
          </a:xfrm>
          <a:prstGeom prst="rect">
            <a:avLst/>
          </a:prstGeom>
          <a:noFill/>
          <a:ln>
            <a:noFill/>
          </a:ln>
        </p:spPr>
        <p:txBody>
          <a:bodyPr anchorCtr="0" anchor="t" bIns="0" lIns="0" spcFirstLastPara="1" rIns="0" wrap="square" tIns="0">
            <a:noAutofit/>
          </a:bodyPr>
          <a:lstStyle>
            <a:lvl1pPr indent="-298450" lvl="0" marL="457200" algn="l">
              <a:lnSpc>
                <a:spcPct val="100000"/>
              </a:lnSpc>
              <a:spcBef>
                <a:spcPts val="800"/>
              </a:spcBef>
              <a:spcAft>
                <a:spcPts val="0"/>
              </a:spcAft>
              <a:buClr>
                <a:schemeClr val="dk1"/>
              </a:buClr>
              <a:buSzPts val="1100"/>
              <a:buChar char="​"/>
              <a:defRPr sz="1100">
                <a:solidFill>
                  <a:schemeClr val="dk1"/>
                </a:solidFill>
              </a:defRPr>
            </a:lvl1pPr>
            <a:lvl2pPr indent="-317500" lvl="1" marL="914400" algn="l">
              <a:lnSpc>
                <a:spcPct val="90000"/>
              </a:lnSpc>
              <a:spcBef>
                <a:spcPts val="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110000"/>
              </a:lnSpc>
              <a:spcBef>
                <a:spcPts val="200"/>
              </a:spcBef>
              <a:spcAft>
                <a:spcPts val="0"/>
              </a:spcAft>
              <a:buSzPts val="1400"/>
              <a:buChar char="​"/>
              <a:defRPr/>
            </a:lvl4pPr>
            <a:lvl5pPr indent="-317500" lvl="4" marL="2286000" algn="l">
              <a:lnSpc>
                <a:spcPct val="100000"/>
              </a:lnSpc>
              <a:spcBef>
                <a:spcPts val="200"/>
              </a:spcBef>
              <a:spcAft>
                <a:spcPts val="0"/>
              </a:spcAft>
              <a:buClr>
                <a:schemeClr val="dk1"/>
              </a:buClr>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700"/>
              </a:spcBef>
              <a:spcAft>
                <a:spcPts val="0"/>
              </a:spcAft>
              <a:buClr>
                <a:schemeClr val="dk1"/>
              </a:buClr>
              <a:buSzPts val="1400"/>
              <a:buChar char="​"/>
              <a:defRPr/>
            </a:lvl7pPr>
            <a:lvl8pPr indent="-317500" lvl="7" marL="3657600" algn="l">
              <a:lnSpc>
                <a:spcPct val="90000"/>
              </a:lnSpc>
              <a:spcBef>
                <a:spcPts val="700"/>
              </a:spcBef>
              <a:spcAft>
                <a:spcPts val="0"/>
              </a:spcAft>
              <a:buClr>
                <a:srgbClr val="FF5F2C"/>
              </a:buClr>
              <a:buSzPts val="1400"/>
              <a:buChar char="​"/>
              <a:defRPr/>
            </a:lvl8pPr>
            <a:lvl9pPr indent="-317500" lvl="8" marL="4114800" algn="l">
              <a:lnSpc>
                <a:spcPct val="100000"/>
              </a:lnSpc>
              <a:spcBef>
                <a:spcPts val="0"/>
              </a:spcBef>
              <a:spcAft>
                <a:spcPts val="700"/>
              </a:spcAft>
              <a:buClr>
                <a:srgbClr val="FF5F2C"/>
              </a:buClr>
              <a:buSzPts val="1400"/>
              <a:buChar char="​"/>
              <a:defRPr/>
            </a:lvl9pPr>
          </a:lstStyle>
          <a:p/>
        </p:txBody>
      </p:sp>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32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light">
  <p:cSld name="TITLE_1_2">
    <p:spTree>
      <p:nvGrpSpPr>
        <p:cNvPr id="554" name="Shape 554"/>
        <p:cNvGrpSpPr/>
        <p:nvPr/>
      </p:nvGrpSpPr>
      <p:grpSpPr>
        <a:xfrm>
          <a:off x="0" y="0"/>
          <a:ext cx="0" cy="0"/>
          <a:chOff x="0" y="0"/>
          <a:chExt cx="0" cy="0"/>
        </a:xfrm>
      </p:grpSpPr>
      <p:sp>
        <p:nvSpPr>
          <p:cNvPr id="555" name="Google Shape;555;p94"/>
          <p:cNvSpPr/>
          <p:nvPr>
            <p:ph idx="2" type="pic"/>
          </p:nvPr>
        </p:nvSpPr>
        <p:spPr>
          <a:xfrm>
            <a:off x="1718575" y="261106"/>
            <a:ext cx="7425300" cy="4890300"/>
          </a:xfrm>
          <a:prstGeom prst="rect">
            <a:avLst/>
          </a:prstGeom>
          <a:noFill/>
          <a:ln>
            <a:noFill/>
          </a:ln>
        </p:spPr>
      </p:sp>
      <p:sp>
        <p:nvSpPr>
          <p:cNvPr id="556" name="Google Shape;556;p94"/>
          <p:cNvSpPr txBox="1"/>
          <p:nvPr>
            <p:ph type="ctrTitle"/>
          </p:nvPr>
        </p:nvSpPr>
        <p:spPr>
          <a:xfrm>
            <a:off x="482400" y="500400"/>
            <a:ext cx="3603600" cy="1040400"/>
          </a:xfrm>
          <a:prstGeom prst="rect">
            <a:avLst/>
          </a:prstGeom>
        </p:spPr>
        <p:txBody>
          <a:bodyPr anchorCtr="0" anchor="b" bIns="0" lIns="0" spcFirstLastPara="1" rIns="0" wrap="square" tIns="0">
            <a:noAutofit/>
          </a:bodyPr>
          <a:lstStyle>
            <a:lvl1pPr lvl="0">
              <a:lnSpc>
                <a:spcPct val="90000"/>
              </a:lnSpc>
              <a:spcBef>
                <a:spcPts val="0"/>
              </a:spcBef>
              <a:spcAft>
                <a:spcPts val="0"/>
              </a:spcAft>
              <a:buClr>
                <a:schemeClr val="dk1"/>
              </a:buClr>
              <a:buSzPts val="3500"/>
              <a:buNone/>
              <a:defRPr sz="35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57" name="Google Shape;557;p94"/>
          <p:cNvSpPr txBox="1"/>
          <p:nvPr>
            <p:ph idx="1" type="subTitle"/>
          </p:nvPr>
        </p:nvSpPr>
        <p:spPr>
          <a:xfrm>
            <a:off x="478800" y="3085200"/>
            <a:ext cx="1310400" cy="324000"/>
          </a:xfrm>
          <a:prstGeom prst="rect">
            <a:avLst/>
          </a:prstGeom>
        </p:spPr>
        <p:txBody>
          <a:bodyPr anchorCtr="0" anchor="t" bIns="0" lIns="0" spcFirstLastPara="1" rIns="0" wrap="square" tIns="0">
            <a:noAutofit/>
          </a:bodyPr>
          <a:lstStyle>
            <a:lvl1pPr lvl="0">
              <a:lnSpc>
                <a:spcPct val="90000"/>
              </a:lnSpc>
              <a:spcBef>
                <a:spcPts val="500"/>
              </a:spcBef>
              <a:spcAft>
                <a:spcPts val="0"/>
              </a:spcAft>
              <a:buSzPts val="1000"/>
              <a:buNone/>
              <a:defRPr sz="1000"/>
            </a:lvl1pPr>
            <a:lvl2pPr lvl="1" algn="ctr">
              <a:lnSpc>
                <a:spcPct val="100000"/>
              </a:lnSpc>
              <a:spcBef>
                <a:spcPts val="90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20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700"/>
              </a:spcBef>
              <a:spcAft>
                <a:spcPts val="0"/>
              </a:spcAft>
              <a:buSzPts val="2800"/>
              <a:buNone/>
              <a:defRPr sz="2800"/>
            </a:lvl7pPr>
            <a:lvl8pPr lvl="7" algn="ctr">
              <a:lnSpc>
                <a:spcPct val="100000"/>
              </a:lnSpc>
              <a:spcBef>
                <a:spcPts val="70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58" name="Google Shape;558;p94"/>
          <p:cNvSpPr txBox="1"/>
          <p:nvPr>
            <p:ph idx="12" type="sldNum"/>
          </p:nvPr>
        </p:nvSpPr>
        <p:spPr>
          <a:xfrm>
            <a:off x="8933578" y="4915925"/>
            <a:ext cx="66900" cy="867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GB"/>
              <a:t>‹#›</a:t>
            </a:fld>
            <a:endParaRPr/>
          </a:p>
        </p:txBody>
      </p:sp>
      <p:sp>
        <p:nvSpPr>
          <p:cNvPr id="559" name="Google Shape;559;p94"/>
          <p:cNvSpPr txBox="1"/>
          <p:nvPr>
            <p:ph idx="3" type="subTitle"/>
          </p:nvPr>
        </p:nvSpPr>
        <p:spPr>
          <a:xfrm>
            <a:off x="478800" y="3495600"/>
            <a:ext cx="655200" cy="93600"/>
          </a:xfrm>
          <a:prstGeom prst="rect">
            <a:avLst/>
          </a:prstGeom>
        </p:spPr>
        <p:txBody>
          <a:bodyPr anchorCtr="0" anchor="t" bIns="0" lIns="0" spcFirstLastPara="1" rIns="0" wrap="square" tIns="0">
            <a:noAutofit/>
          </a:bodyPr>
          <a:lstStyle>
            <a:lvl1pPr lvl="0">
              <a:spcBef>
                <a:spcPts val="500"/>
              </a:spcBef>
              <a:spcAft>
                <a:spcPts val="0"/>
              </a:spcAft>
              <a:buSzPts val="600"/>
              <a:buNone/>
              <a:defRPr b="0" sz="600"/>
            </a:lvl1pPr>
            <a:lvl2pPr lvl="1">
              <a:spcBef>
                <a:spcPts val="200"/>
              </a:spcBef>
              <a:spcAft>
                <a:spcPts val="0"/>
              </a:spcAft>
              <a:buSzPts val="900"/>
              <a:buNone/>
              <a:defRPr/>
            </a:lvl2pPr>
            <a:lvl3pPr lvl="2">
              <a:spcBef>
                <a:spcPts val="200"/>
              </a:spcBef>
              <a:spcAft>
                <a:spcPts val="0"/>
              </a:spcAft>
              <a:buSzPts val="900"/>
              <a:buNone/>
              <a:defRPr/>
            </a:lvl3pPr>
            <a:lvl4pPr lvl="3">
              <a:spcBef>
                <a:spcPts val="200"/>
              </a:spcBef>
              <a:spcAft>
                <a:spcPts val="0"/>
              </a:spcAft>
              <a:buSzPts val="1200"/>
              <a:buNone/>
              <a:defRPr/>
            </a:lvl4pPr>
            <a:lvl5pPr lvl="4">
              <a:spcBef>
                <a:spcPts val="200"/>
              </a:spcBef>
              <a:spcAft>
                <a:spcPts val="0"/>
              </a:spcAft>
              <a:buSzPts val="1200"/>
              <a:buNone/>
              <a:defRPr/>
            </a:lvl5pPr>
            <a:lvl6pPr lvl="5">
              <a:spcBef>
                <a:spcPts val="200"/>
              </a:spcBef>
              <a:spcAft>
                <a:spcPts val="0"/>
              </a:spcAft>
              <a:buSzPts val="1200"/>
              <a:buNone/>
              <a:defRPr/>
            </a:lvl6pPr>
            <a:lvl7pPr lvl="6">
              <a:spcBef>
                <a:spcPts val="700"/>
              </a:spcBef>
              <a:spcAft>
                <a:spcPts val="0"/>
              </a:spcAft>
              <a:buSzPts val="3300"/>
              <a:buNone/>
              <a:defRPr/>
            </a:lvl7pPr>
            <a:lvl8pPr lvl="7">
              <a:spcBef>
                <a:spcPts val="700"/>
              </a:spcBef>
              <a:spcAft>
                <a:spcPts val="0"/>
              </a:spcAft>
              <a:buSzPts val="4100"/>
              <a:buNone/>
              <a:defRPr/>
            </a:lvl8pPr>
            <a:lvl9pPr lvl="8">
              <a:spcBef>
                <a:spcPts val="0"/>
              </a:spcBef>
              <a:spcAft>
                <a:spcPts val="700"/>
              </a:spcAft>
              <a:buSzPts val="1800"/>
              <a:buNone/>
              <a:defRPr/>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row half" showMasterSp="0">
  <p:cSld name="Arrow half_2">
    <p:bg>
      <p:bgPr>
        <a:solidFill>
          <a:srgbClr val="016B64"/>
        </a:solidFill>
      </p:bgPr>
    </p:bg>
    <p:spTree>
      <p:nvGrpSpPr>
        <p:cNvPr id="560" name="Shape 560"/>
        <p:cNvGrpSpPr/>
        <p:nvPr/>
      </p:nvGrpSpPr>
      <p:grpSpPr>
        <a:xfrm>
          <a:off x="0" y="0"/>
          <a:ext cx="0" cy="0"/>
          <a:chOff x="0" y="0"/>
          <a:chExt cx="0" cy="0"/>
        </a:xfrm>
      </p:grpSpPr>
      <p:sp>
        <p:nvSpPr>
          <p:cNvPr id="561" name="Google Shape;561;p95"/>
          <p:cNvSpPr txBox="1"/>
          <p:nvPr>
            <p:ph idx="10" type="dt"/>
          </p:nvPr>
        </p:nvSpPr>
        <p:spPr>
          <a:xfrm>
            <a:off x="7258050" y="4803777"/>
            <a:ext cx="1111500" cy="115500"/>
          </a:xfrm>
          <a:prstGeom prst="rect">
            <a:avLst/>
          </a:prstGeom>
          <a:noFill/>
          <a:ln>
            <a:noFill/>
          </a:ln>
        </p:spPr>
        <p:txBody>
          <a:bodyPr anchorCtr="0" anchor="b" bIns="0" lIns="0" spcFirstLastPara="1" rIns="0" wrap="square" tIns="0">
            <a:spAutoFit/>
          </a:bodyPr>
          <a:lstStyle>
            <a:lvl1pPr lvl="0" algn="r">
              <a:spcBef>
                <a:spcPts val="0"/>
              </a:spcBef>
              <a:spcAft>
                <a:spcPts val="0"/>
              </a:spcAft>
              <a:buSzPts val="1100"/>
              <a:buNone/>
              <a:defRPr>
                <a:solidFill>
                  <a:schemeClr val="lt1"/>
                </a:solidFill>
                <a:latin typeface="Trebuchet MS"/>
                <a:ea typeface="Trebuchet MS"/>
                <a:cs typeface="Trebuchet MS"/>
                <a:sym typeface="Trebuchet MS"/>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62" name="Google Shape;562;p95"/>
          <p:cNvSpPr txBox="1"/>
          <p:nvPr/>
        </p:nvSpPr>
        <p:spPr>
          <a:xfrm>
            <a:off x="8375904" y="4803777"/>
            <a:ext cx="285900" cy="123000"/>
          </a:xfrm>
          <a:prstGeom prst="rect">
            <a:avLst/>
          </a:prstGeom>
          <a:noFill/>
          <a:ln>
            <a:noFill/>
          </a:ln>
        </p:spPr>
        <p:txBody>
          <a:bodyPr anchorCtr="0" anchor="b" bIns="0" lIns="0" spcFirstLastPara="1" rIns="0" wrap="square" tIns="0">
            <a:spAutoFit/>
          </a:bodyPr>
          <a:lstStyle/>
          <a:p>
            <a:pPr indent="0" lvl="0" marL="0" marR="0" rtl="0" algn="r">
              <a:lnSpc>
                <a:spcPct val="100000"/>
              </a:lnSpc>
              <a:spcBef>
                <a:spcPts val="0"/>
              </a:spcBef>
              <a:spcAft>
                <a:spcPts val="0"/>
              </a:spcAft>
              <a:buClr>
                <a:schemeClr val="lt1"/>
              </a:buClr>
              <a:buSzPts val="800"/>
              <a:buFont typeface="Trebuchet MS"/>
              <a:buNone/>
            </a:pPr>
            <a:fld id="{00000000-1234-1234-1234-123412341234}" type="slidenum">
              <a:rPr lang="en-GB" sz="800">
                <a:solidFill>
                  <a:schemeClr val="lt1"/>
                </a:solidFill>
                <a:latin typeface="Trebuchet MS"/>
                <a:ea typeface="Trebuchet MS"/>
                <a:cs typeface="Trebuchet MS"/>
                <a:sym typeface="Trebuchet MS"/>
              </a:rPr>
              <a:t>‹#›</a:t>
            </a:fld>
            <a:endParaRPr sz="800">
              <a:solidFill>
                <a:schemeClr val="lt1"/>
              </a:solidFill>
              <a:latin typeface="Trebuchet MS"/>
              <a:ea typeface="Trebuchet MS"/>
              <a:cs typeface="Trebuchet MS"/>
              <a:sym typeface="Trebuchet MS"/>
            </a:endParaRPr>
          </a:p>
        </p:txBody>
      </p:sp>
      <p:sp>
        <p:nvSpPr>
          <p:cNvPr id="563" name="Google Shape;563;p95"/>
          <p:cNvSpPr/>
          <p:nvPr/>
        </p:nvSpPr>
        <p:spPr>
          <a:xfrm>
            <a:off x="0" y="0"/>
            <a:ext cx="4772700" cy="5143500"/>
          </a:xfrm>
          <a:prstGeom prst="homePlate">
            <a:avLst>
              <a:gd fmla="val 12939" name="adj"/>
            </a:avLst>
          </a:prstGeom>
          <a:solidFill>
            <a:schemeClr val="lt1"/>
          </a:solid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None/>
            </a:pPr>
            <a:r>
              <a:t/>
            </a:r>
            <a:endParaRPr sz="900">
              <a:solidFill>
                <a:srgbClr val="FFFFFF"/>
              </a:solidFill>
              <a:latin typeface="Trebuchet MS"/>
              <a:ea typeface="Trebuchet MS"/>
              <a:cs typeface="Trebuchet MS"/>
              <a:sym typeface="Trebuchet MS"/>
            </a:endParaRPr>
          </a:p>
        </p:txBody>
      </p:sp>
      <p:sp>
        <p:nvSpPr>
          <p:cNvPr id="564" name="Google Shape;564;p95"/>
          <p:cNvSpPr txBox="1"/>
          <p:nvPr>
            <p:ph type="title"/>
          </p:nvPr>
        </p:nvSpPr>
        <p:spPr>
          <a:xfrm>
            <a:off x="472500" y="467100"/>
            <a:ext cx="3505200" cy="353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16B64"/>
              </a:buClr>
              <a:buSzPts val="2600"/>
              <a:buFont typeface="Trebuchet MS"/>
              <a:buNone/>
              <a:defRPr b="0" i="0" sz="2600" u="none">
                <a:solidFill>
                  <a:srgbClr val="016B64"/>
                </a:solidFill>
                <a:latin typeface="Trebuchet MS"/>
                <a:ea typeface="Trebuchet MS"/>
                <a:cs typeface="Trebuchet MS"/>
                <a:sym typeface="Trebuchet MS"/>
              </a:defRPr>
            </a:lvl1pPr>
            <a:lvl2pPr lvl="1">
              <a:spcBef>
                <a:spcPts val="0"/>
              </a:spcBef>
              <a:spcAft>
                <a:spcPts val="0"/>
              </a:spcAft>
              <a:buClr>
                <a:srgbClr val="016B64"/>
              </a:buClr>
              <a:buSzPts val="1100"/>
              <a:buNone/>
              <a:defRPr>
                <a:solidFill>
                  <a:srgbClr val="016B64"/>
                </a:solidFill>
              </a:defRPr>
            </a:lvl2pPr>
            <a:lvl3pPr lvl="2">
              <a:spcBef>
                <a:spcPts val="0"/>
              </a:spcBef>
              <a:spcAft>
                <a:spcPts val="0"/>
              </a:spcAft>
              <a:buClr>
                <a:srgbClr val="016B64"/>
              </a:buClr>
              <a:buSzPts val="1100"/>
              <a:buNone/>
              <a:defRPr>
                <a:solidFill>
                  <a:srgbClr val="016B64"/>
                </a:solidFill>
              </a:defRPr>
            </a:lvl3pPr>
            <a:lvl4pPr lvl="3">
              <a:spcBef>
                <a:spcPts val="0"/>
              </a:spcBef>
              <a:spcAft>
                <a:spcPts val="0"/>
              </a:spcAft>
              <a:buClr>
                <a:srgbClr val="016B64"/>
              </a:buClr>
              <a:buSzPts val="1100"/>
              <a:buNone/>
              <a:defRPr>
                <a:solidFill>
                  <a:srgbClr val="016B64"/>
                </a:solidFill>
              </a:defRPr>
            </a:lvl4pPr>
            <a:lvl5pPr lvl="4">
              <a:spcBef>
                <a:spcPts val="0"/>
              </a:spcBef>
              <a:spcAft>
                <a:spcPts val="0"/>
              </a:spcAft>
              <a:buClr>
                <a:srgbClr val="016B64"/>
              </a:buClr>
              <a:buSzPts val="1100"/>
              <a:buNone/>
              <a:defRPr>
                <a:solidFill>
                  <a:srgbClr val="016B64"/>
                </a:solidFill>
              </a:defRPr>
            </a:lvl5pPr>
            <a:lvl6pPr lvl="5">
              <a:spcBef>
                <a:spcPts val="0"/>
              </a:spcBef>
              <a:spcAft>
                <a:spcPts val="0"/>
              </a:spcAft>
              <a:buClr>
                <a:srgbClr val="016B64"/>
              </a:buClr>
              <a:buSzPts val="1100"/>
              <a:buNone/>
              <a:defRPr>
                <a:solidFill>
                  <a:srgbClr val="016B64"/>
                </a:solidFill>
              </a:defRPr>
            </a:lvl6pPr>
            <a:lvl7pPr lvl="6">
              <a:spcBef>
                <a:spcPts val="0"/>
              </a:spcBef>
              <a:spcAft>
                <a:spcPts val="0"/>
              </a:spcAft>
              <a:buClr>
                <a:srgbClr val="016B64"/>
              </a:buClr>
              <a:buSzPts val="1100"/>
              <a:buNone/>
              <a:defRPr>
                <a:solidFill>
                  <a:srgbClr val="016B64"/>
                </a:solidFill>
              </a:defRPr>
            </a:lvl7pPr>
            <a:lvl8pPr lvl="7">
              <a:spcBef>
                <a:spcPts val="0"/>
              </a:spcBef>
              <a:spcAft>
                <a:spcPts val="0"/>
              </a:spcAft>
              <a:buClr>
                <a:srgbClr val="016B64"/>
              </a:buClr>
              <a:buSzPts val="1100"/>
              <a:buNone/>
              <a:defRPr>
                <a:solidFill>
                  <a:srgbClr val="016B64"/>
                </a:solidFill>
              </a:defRPr>
            </a:lvl8pPr>
            <a:lvl9pPr lvl="8">
              <a:spcBef>
                <a:spcPts val="0"/>
              </a:spcBef>
              <a:spcAft>
                <a:spcPts val="0"/>
              </a:spcAft>
              <a:buClr>
                <a:srgbClr val="016B64"/>
              </a:buClr>
              <a:buSzPts val="1100"/>
              <a:buNone/>
              <a:defRPr>
                <a:solidFill>
                  <a:srgbClr val="016B64"/>
                </a:solidFill>
              </a:defRPr>
            </a:lvl9pPr>
          </a:lstStyle>
          <a:p/>
        </p:txBody>
      </p:sp>
      <p:pic>
        <p:nvPicPr>
          <p:cNvPr id="565" name="Google Shape;565;p95"/>
          <p:cNvPicPr preferRelativeResize="0"/>
          <p:nvPr/>
        </p:nvPicPr>
        <p:blipFill rotWithShape="1">
          <a:blip r:embed="rId2">
            <a:alphaModFix/>
          </a:blip>
          <a:srcRect b="0" l="0" r="0" t="0"/>
          <a:stretch/>
        </p:blipFill>
        <p:spPr>
          <a:xfrm>
            <a:off x="4048355" y="2692205"/>
            <a:ext cx="1023938" cy="2537221"/>
          </a:xfrm>
          <a:custGeom>
            <a:rect b="b" l="l" r="r" t="t"/>
            <a:pathLst>
              <a:path extrusionOk="0" h="3382962" w="136525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Tree>
  </p:cSld>
  <p:clrMapOvr>
    <a:masterClrMapping/>
  </p:clrMapOvr>
  <mc:AlternateContent>
    <mc:Choice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83" Type="http://schemas.openxmlformats.org/officeDocument/2006/relationships/theme" Target="../theme/theme2.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80" Type="http://schemas.openxmlformats.org/officeDocument/2006/relationships/slideLayout" Target="../slideLayouts/slideLayout91.xml"/><Relationship Id="rId82" Type="http://schemas.openxmlformats.org/officeDocument/2006/relationships/slideLayout" Target="../slideLayouts/slideLayout93.xml"/><Relationship Id="rId81" Type="http://schemas.openxmlformats.org/officeDocument/2006/relationships/slideLayout" Target="../slideLayouts/slideLayout9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73" Type="http://schemas.openxmlformats.org/officeDocument/2006/relationships/slideLayout" Target="../slideLayouts/slideLayout84.xml"/><Relationship Id="rId72" Type="http://schemas.openxmlformats.org/officeDocument/2006/relationships/slideLayout" Target="../slideLayouts/slideLayout83.xml"/><Relationship Id="rId31" Type="http://schemas.openxmlformats.org/officeDocument/2006/relationships/slideLayout" Target="../slideLayouts/slideLayout42.xml"/><Relationship Id="rId75" Type="http://schemas.openxmlformats.org/officeDocument/2006/relationships/slideLayout" Target="../slideLayouts/slideLayout86.xml"/><Relationship Id="rId30" Type="http://schemas.openxmlformats.org/officeDocument/2006/relationships/slideLayout" Target="../slideLayouts/slideLayout41.xml"/><Relationship Id="rId74" Type="http://schemas.openxmlformats.org/officeDocument/2006/relationships/slideLayout" Target="../slideLayouts/slideLayout85.xml"/><Relationship Id="rId33" Type="http://schemas.openxmlformats.org/officeDocument/2006/relationships/slideLayout" Target="../slideLayouts/slideLayout44.xml"/><Relationship Id="rId77" Type="http://schemas.openxmlformats.org/officeDocument/2006/relationships/slideLayout" Target="../slideLayouts/slideLayout88.xml"/><Relationship Id="rId32" Type="http://schemas.openxmlformats.org/officeDocument/2006/relationships/slideLayout" Target="../slideLayouts/slideLayout43.xml"/><Relationship Id="rId76" Type="http://schemas.openxmlformats.org/officeDocument/2006/relationships/slideLayout" Target="../slideLayouts/slideLayout87.xml"/><Relationship Id="rId35" Type="http://schemas.openxmlformats.org/officeDocument/2006/relationships/slideLayout" Target="../slideLayouts/slideLayout46.xml"/><Relationship Id="rId79" Type="http://schemas.openxmlformats.org/officeDocument/2006/relationships/slideLayout" Target="../slideLayouts/slideLayout90.xml"/><Relationship Id="rId34" Type="http://schemas.openxmlformats.org/officeDocument/2006/relationships/slideLayout" Target="../slideLayouts/slideLayout45.xml"/><Relationship Id="rId78" Type="http://schemas.openxmlformats.org/officeDocument/2006/relationships/slideLayout" Target="../slideLayouts/slideLayout89.xml"/><Relationship Id="rId71" Type="http://schemas.openxmlformats.org/officeDocument/2006/relationships/slideLayout" Target="../slideLayouts/slideLayout82.xml"/><Relationship Id="rId70" Type="http://schemas.openxmlformats.org/officeDocument/2006/relationships/slideLayout" Target="../slideLayouts/slideLayout81.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62" Type="http://schemas.openxmlformats.org/officeDocument/2006/relationships/slideLayout" Target="../slideLayouts/slideLayout73.xml"/><Relationship Id="rId61" Type="http://schemas.openxmlformats.org/officeDocument/2006/relationships/slideLayout" Target="../slideLayouts/slideLayout72.xml"/><Relationship Id="rId20" Type="http://schemas.openxmlformats.org/officeDocument/2006/relationships/slideLayout" Target="../slideLayouts/slideLayout31.xml"/><Relationship Id="rId64" Type="http://schemas.openxmlformats.org/officeDocument/2006/relationships/slideLayout" Target="../slideLayouts/slideLayout75.xml"/><Relationship Id="rId63" Type="http://schemas.openxmlformats.org/officeDocument/2006/relationships/slideLayout" Target="../slideLayouts/slideLayout74.xml"/><Relationship Id="rId22" Type="http://schemas.openxmlformats.org/officeDocument/2006/relationships/slideLayout" Target="../slideLayouts/slideLayout33.xml"/><Relationship Id="rId66" Type="http://schemas.openxmlformats.org/officeDocument/2006/relationships/slideLayout" Target="../slideLayouts/slideLayout77.xml"/><Relationship Id="rId21" Type="http://schemas.openxmlformats.org/officeDocument/2006/relationships/slideLayout" Target="../slideLayouts/slideLayout32.xml"/><Relationship Id="rId65" Type="http://schemas.openxmlformats.org/officeDocument/2006/relationships/slideLayout" Target="../slideLayouts/slideLayout76.xml"/><Relationship Id="rId24" Type="http://schemas.openxmlformats.org/officeDocument/2006/relationships/slideLayout" Target="../slideLayouts/slideLayout35.xml"/><Relationship Id="rId68" Type="http://schemas.openxmlformats.org/officeDocument/2006/relationships/slideLayout" Target="../slideLayouts/slideLayout79.xml"/><Relationship Id="rId23" Type="http://schemas.openxmlformats.org/officeDocument/2006/relationships/slideLayout" Target="../slideLayouts/slideLayout34.xml"/><Relationship Id="rId67" Type="http://schemas.openxmlformats.org/officeDocument/2006/relationships/slideLayout" Target="../slideLayouts/slideLayout78.xml"/><Relationship Id="rId60" Type="http://schemas.openxmlformats.org/officeDocument/2006/relationships/slideLayout" Target="../slideLayouts/slideLayout71.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69" Type="http://schemas.openxmlformats.org/officeDocument/2006/relationships/slideLayout" Target="../slideLayouts/slideLayout80.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55" Type="http://schemas.openxmlformats.org/officeDocument/2006/relationships/slideLayout" Target="../slideLayouts/slideLayout66.xml"/><Relationship Id="rId10" Type="http://schemas.openxmlformats.org/officeDocument/2006/relationships/slideLayout" Target="../slideLayouts/slideLayout21.xml"/><Relationship Id="rId54" Type="http://schemas.openxmlformats.org/officeDocument/2006/relationships/slideLayout" Target="../slideLayouts/slideLayout65.xml"/><Relationship Id="rId13" Type="http://schemas.openxmlformats.org/officeDocument/2006/relationships/slideLayout" Target="../slideLayouts/slideLayout24.xml"/><Relationship Id="rId57" Type="http://schemas.openxmlformats.org/officeDocument/2006/relationships/slideLayout" Target="../slideLayouts/slideLayout68.xml"/><Relationship Id="rId12" Type="http://schemas.openxmlformats.org/officeDocument/2006/relationships/slideLayout" Target="../slideLayouts/slideLayout23.xml"/><Relationship Id="rId56" Type="http://schemas.openxmlformats.org/officeDocument/2006/relationships/slideLayout" Target="../slideLayouts/slideLayout67.xml"/><Relationship Id="rId15" Type="http://schemas.openxmlformats.org/officeDocument/2006/relationships/slideLayout" Target="../slideLayouts/slideLayout26.xml"/><Relationship Id="rId59" Type="http://schemas.openxmlformats.org/officeDocument/2006/relationships/slideLayout" Target="../slideLayouts/slideLayout70.xml"/><Relationship Id="rId14" Type="http://schemas.openxmlformats.org/officeDocument/2006/relationships/slideLayout" Target="../slideLayouts/slideLayout25.xml"/><Relationship Id="rId58" Type="http://schemas.openxmlformats.org/officeDocument/2006/relationships/slideLayout" Target="../slideLayouts/slideLayout6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0" type="dt"/>
          </p:nvPr>
        </p:nvSpPr>
        <p:spPr>
          <a:xfrm>
            <a:off x="4016828" y="4803777"/>
            <a:ext cx="1111500" cy="115500"/>
          </a:xfrm>
          <a:prstGeom prst="rect">
            <a:avLst/>
          </a:prstGeom>
          <a:noFill/>
          <a:ln>
            <a:noFill/>
          </a:ln>
        </p:spPr>
        <p:txBody>
          <a:bodyPr anchorCtr="0" anchor="b" bIns="0" lIns="0" spcFirstLastPara="1" rIns="0" wrap="square" tIns="0">
            <a:spAutoFit/>
          </a:bodyPr>
          <a:lstStyle>
            <a:lvl1pPr lvl="0" marR="0" algn="ctr">
              <a:spcBef>
                <a:spcPts val="0"/>
              </a:spcBef>
              <a:spcAft>
                <a:spcPts val="0"/>
              </a:spcAft>
              <a:buClr>
                <a:srgbClr val="0D425C"/>
              </a:buClr>
              <a:buSzPts val="1100"/>
              <a:buFont typeface="Inter Tight Light"/>
              <a:buNone/>
              <a:defRPr i="0" sz="800" u="none" cap="none" strike="noStrike">
                <a:solidFill>
                  <a:srgbClr val="0D425C"/>
                </a:solidFill>
                <a:latin typeface="Inter Tight Light"/>
                <a:ea typeface="Inter Tight Light"/>
                <a:cs typeface="Inter Tight Light"/>
                <a:sym typeface="Inter Tight Light"/>
              </a:defRPr>
            </a:lvl1pPr>
            <a:lvl2pPr lvl="1" marR="0" algn="l">
              <a:spcBef>
                <a:spcPts val="0"/>
              </a:spcBef>
              <a:spcAft>
                <a:spcPts val="0"/>
              </a:spcAft>
              <a:buSzPts val="1100"/>
              <a:buFont typeface="Inter Tight"/>
              <a:buNone/>
              <a:defRPr i="0" sz="1400" u="none" cap="none" strike="noStrike">
                <a:solidFill>
                  <a:schemeClr val="dk1"/>
                </a:solidFill>
                <a:latin typeface="Inter Tight"/>
                <a:ea typeface="Inter Tight"/>
                <a:cs typeface="Inter Tight"/>
                <a:sym typeface="Inter Tight"/>
              </a:defRPr>
            </a:lvl2pPr>
            <a:lvl3pPr lvl="2" marR="0" algn="l">
              <a:spcBef>
                <a:spcPts val="0"/>
              </a:spcBef>
              <a:spcAft>
                <a:spcPts val="0"/>
              </a:spcAft>
              <a:buSzPts val="1100"/>
              <a:buFont typeface="Inter Tight"/>
              <a:buNone/>
              <a:defRPr i="0" sz="1400" u="none" cap="none" strike="noStrike">
                <a:solidFill>
                  <a:schemeClr val="dk1"/>
                </a:solidFill>
                <a:latin typeface="Inter Tight"/>
                <a:ea typeface="Inter Tight"/>
                <a:cs typeface="Inter Tight"/>
                <a:sym typeface="Inter Tight"/>
              </a:defRPr>
            </a:lvl3pPr>
            <a:lvl4pPr lvl="3" marR="0" algn="l">
              <a:spcBef>
                <a:spcPts val="0"/>
              </a:spcBef>
              <a:spcAft>
                <a:spcPts val="0"/>
              </a:spcAft>
              <a:buSzPts val="1100"/>
              <a:buFont typeface="Inter Tight"/>
              <a:buNone/>
              <a:defRPr i="0" sz="1400" u="none" cap="none" strike="noStrike">
                <a:solidFill>
                  <a:schemeClr val="dk1"/>
                </a:solidFill>
                <a:latin typeface="Inter Tight"/>
                <a:ea typeface="Inter Tight"/>
                <a:cs typeface="Inter Tight"/>
                <a:sym typeface="Inter Tight"/>
              </a:defRPr>
            </a:lvl4pPr>
            <a:lvl5pPr lvl="4" marR="0" algn="l">
              <a:spcBef>
                <a:spcPts val="0"/>
              </a:spcBef>
              <a:spcAft>
                <a:spcPts val="0"/>
              </a:spcAft>
              <a:buSzPts val="1100"/>
              <a:buFont typeface="Inter Tight"/>
              <a:buNone/>
              <a:defRPr i="0" sz="1400" u="none" cap="none" strike="noStrike">
                <a:solidFill>
                  <a:schemeClr val="dk1"/>
                </a:solidFill>
                <a:latin typeface="Inter Tight"/>
                <a:ea typeface="Inter Tight"/>
                <a:cs typeface="Inter Tight"/>
                <a:sym typeface="Inter Tight"/>
              </a:defRPr>
            </a:lvl5pPr>
            <a:lvl6pPr lvl="5" marR="0" algn="l">
              <a:spcBef>
                <a:spcPts val="0"/>
              </a:spcBef>
              <a:spcAft>
                <a:spcPts val="0"/>
              </a:spcAft>
              <a:buSzPts val="1100"/>
              <a:buFont typeface="Inter Tight"/>
              <a:buNone/>
              <a:defRPr i="0" sz="1400" u="none" cap="none" strike="noStrike">
                <a:solidFill>
                  <a:schemeClr val="dk1"/>
                </a:solidFill>
                <a:latin typeface="Inter Tight"/>
                <a:ea typeface="Inter Tight"/>
                <a:cs typeface="Inter Tight"/>
                <a:sym typeface="Inter Tight"/>
              </a:defRPr>
            </a:lvl6pPr>
            <a:lvl7pPr lvl="6" marR="0" algn="l">
              <a:spcBef>
                <a:spcPts val="0"/>
              </a:spcBef>
              <a:spcAft>
                <a:spcPts val="0"/>
              </a:spcAft>
              <a:buSzPts val="1100"/>
              <a:buFont typeface="Inter Tight"/>
              <a:buNone/>
              <a:defRPr i="0" sz="1400" u="none" cap="none" strike="noStrike">
                <a:solidFill>
                  <a:schemeClr val="dk1"/>
                </a:solidFill>
                <a:latin typeface="Inter Tight"/>
                <a:ea typeface="Inter Tight"/>
                <a:cs typeface="Inter Tight"/>
                <a:sym typeface="Inter Tight"/>
              </a:defRPr>
            </a:lvl7pPr>
            <a:lvl8pPr lvl="7" marR="0" algn="l">
              <a:spcBef>
                <a:spcPts val="0"/>
              </a:spcBef>
              <a:spcAft>
                <a:spcPts val="0"/>
              </a:spcAft>
              <a:buSzPts val="1100"/>
              <a:buFont typeface="Inter Tight"/>
              <a:buNone/>
              <a:defRPr i="0" sz="1400" u="none" cap="none" strike="noStrike">
                <a:solidFill>
                  <a:schemeClr val="dk1"/>
                </a:solidFill>
                <a:latin typeface="Inter Tight"/>
                <a:ea typeface="Inter Tight"/>
                <a:cs typeface="Inter Tight"/>
                <a:sym typeface="Inter Tight"/>
              </a:defRPr>
            </a:lvl8pPr>
            <a:lvl9pPr lvl="8" marR="0" algn="l">
              <a:spcBef>
                <a:spcPts val="0"/>
              </a:spcBef>
              <a:spcAft>
                <a:spcPts val="0"/>
              </a:spcAft>
              <a:buSzPts val="1100"/>
              <a:buFont typeface="Inter Tight"/>
              <a:buNone/>
              <a:defRPr i="0" sz="1400" u="none" cap="none" strike="noStrike">
                <a:solidFill>
                  <a:schemeClr val="dk1"/>
                </a:solidFill>
                <a:latin typeface="Inter Tight"/>
                <a:ea typeface="Inter Tight"/>
                <a:cs typeface="Inter Tight"/>
                <a:sym typeface="Inter Tight"/>
              </a:defRPr>
            </a:lvl9pPr>
          </a:lstStyle>
          <a:p/>
        </p:txBody>
      </p:sp>
      <p:sp>
        <p:nvSpPr>
          <p:cNvPr id="52" name="Google Shape;52;p13"/>
          <p:cNvSpPr txBox="1"/>
          <p:nvPr/>
        </p:nvSpPr>
        <p:spPr>
          <a:xfrm>
            <a:off x="629842" y="4498307"/>
            <a:ext cx="135000" cy="540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accent1"/>
              </a:buClr>
              <a:buSzPts val="600"/>
              <a:buFont typeface="Century Gothic"/>
              <a:buNone/>
            </a:pPr>
            <a:fld id="{00000000-1234-1234-1234-123412341234}" type="slidenum">
              <a:rPr b="1" i="0" lang="en-GB" sz="600" u="none" cap="none" strike="noStrike">
                <a:solidFill>
                  <a:srgbClr val="0D425C"/>
                </a:solidFill>
                <a:latin typeface="Inter Tight"/>
                <a:ea typeface="Inter Tight"/>
                <a:cs typeface="Inter Tight"/>
                <a:sym typeface="Inter Tight"/>
              </a:rPr>
              <a:t>‹#›</a:t>
            </a:fld>
            <a:r>
              <a:rPr b="1" i="0" lang="en-GB" sz="600" u="none" cap="none" strike="noStrike">
                <a:solidFill>
                  <a:srgbClr val="0D425C"/>
                </a:solidFill>
                <a:latin typeface="Inter Tight"/>
                <a:ea typeface="Inter Tight"/>
                <a:cs typeface="Inter Tight"/>
                <a:sym typeface="Inter Tight"/>
              </a:rPr>
              <a:t>.</a:t>
            </a:r>
            <a:endParaRPr sz="1100">
              <a:solidFill>
                <a:srgbClr val="0D425C"/>
              </a:solidFill>
              <a:latin typeface="Inter Tight"/>
              <a:ea typeface="Inter Tight"/>
              <a:cs typeface="Inter Tight"/>
              <a:sym typeface="Inter Tight"/>
            </a:endParaRPr>
          </a:p>
        </p:txBody>
      </p:sp>
      <p:sp>
        <p:nvSpPr>
          <p:cNvPr id="53" name="Google Shape;53;p13"/>
          <p:cNvSpPr txBox="1"/>
          <p:nvPr>
            <p:ph type="title"/>
          </p:nvPr>
        </p:nvSpPr>
        <p:spPr>
          <a:xfrm>
            <a:off x="629841" y="431231"/>
            <a:ext cx="7174800" cy="2820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2100"/>
              <a:buFont typeface="Inter Tight"/>
              <a:buNone/>
              <a:defRPr b="1" i="0" sz="2100" u="none" cap="none" strike="noStrike">
                <a:solidFill>
                  <a:schemeClr val="dk1"/>
                </a:solidFill>
                <a:latin typeface="Inter Tight"/>
                <a:ea typeface="Inter Tight"/>
                <a:cs typeface="Inter Tight"/>
                <a:sym typeface="Inter Tight"/>
              </a:defRPr>
            </a:lvl1pPr>
            <a:lvl2pPr lvl="1">
              <a:spcBef>
                <a:spcPts val="0"/>
              </a:spcBef>
              <a:spcAft>
                <a:spcPts val="0"/>
              </a:spcAft>
              <a:buSzPts val="1100"/>
              <a:buFont typeface="Inter Tight"/>
              <a:buNone/>
              <a:defRPr sz="1400">
                <a:latin typeface="Inter Tight"/>
                <a:ea typeface="Inter Tight"/>
                <a:cs typeface="Inter Tight"/>
                <a:sym typeface="Inter Tight"/>
              </a:defRPr>
            </a:lvl2pPr>
            <a:lvl3pPr lvl="2">
              <a:spcBef>
                <a:spcPts val="0"/>
              </a:spcBef>
              <a:spcAft>
                <a:spcPts val="0"/>
              </a:spcAft>
              <a:buSzPts val="1100"/>
              <a:buFont typeface="Inter Tight"/>
              <a:buNone/>
              <a:defRPr sz="1400">
                <a:latin typeface="Inter Tight"/>
                <a:ea typeface="Inter Tight"/>
                <a:cs typeface="Inter Tight"/>
                <a:sym typeface="Inter Tight"/>
              </a:defRPr>
            </a:lvl3pPr>
            <a:lvl4pPr lvl="3">
              <a:spcBef>
                <a:spcPts val="0"/>
              </a:spcBef>
              <a:spcAft>
                <a:spcPts val="0"/>
              </a:spcAft>
              <a:buSzPts val="1100"/>
              <a:buFont typeface="Inter Tight"/>
              <a:buNone/>
              <a:defRPr sz="1400">
                <a:latin typeface="Inter Tight"/>
                <a:ea typeface="Inter Tight"/>
                <a:cs typeface="Inter Tight"/>
                <a:sym typeface="Inter Tight"/>
              </a:defRPr>
            </a:lvl4pPr>
            <a:lvl5pPr lvl="4">
              <a:spcBef>
                <a:spcPts val="0"/>
              </a:spcBef>
              <a:spcAft>
                <a:spcPts val="0"/>
              </a:spcAft>
              <a:buSzPts val="1100"/>
              <a:buFont typeface="Inter Tight"/>
              <a:buNone/>
              <a:defRPr sz="1400">
                <a:latin typeface="Inter Tight"/>
                <a:ea typeface="Inter Tight"/>
                <a:cs typeface="Inter Tight"/>
                <a:sym typeface="Inter Tight"/>
              </a:defRPr>
            </a:lvl5pPr>
            <a:lvl6pPr lvl="5">
              <a:spcBef>
                <a:spcPts val="0"/>
              </a:spcBef>
              <a:spcAft>
                <a:spcPts val="0"/>
              </a:spcAft>
              <a:buSzPts val="1100"/>
              <a:buFont typeface="Inter Tight"/>
              <a:buNone/>
              <a:defRPr sz="1400">
                <a:latin typeface="Inter Tight"/>
                <a:ea typeface="Inter Tight"/>
                <a:cs typeface="Inter Tight"/>
                <a:sym typeface="Inter Tight"/>
              </a:defRPr>
            </a:lvl6pPr>
            <a:lvl7pPr lvl="6">
              <a:spcBef>
                <a:spcPts val="0"/>
              </a:spcBef>
              <a:spcAft>
                <a:spcPts val="0"/>
              </a:spcAft>
              <a:buSzPts val="1100"/>
              <a:buFont typeface="Inter Tight"/>
              <a:buNone/>
              <a:defRPr sz="1400">
                <a:latin typeface="Inter Tight"/>
                <a:ea typeface="Inter Tight"/>
                <a:cs typeface="Inter Tight"/>
                <a:sym typeface="Inter Tight"/>
              </a:defRPr>
            </a:lvl7pPr>
            <a:lvl8pPr lvl="7">
              <a:spcBef>
                <a:spcPts val="0"/>
              </a:spcBef>
              <a:spcAft>
                <a:spcPts val="0"/>
              </a:spcAft>
              <a:buSzPts val="1100"/>
              <a:buFont typeface="Inter Tight"/>
              <a:buNone/>
              <a:defRPr sz="1400">
                <a:latin typeface="Inter Tight"/>
                <a:ea typeface="Inter Tight"/>
                <a:cs typeface="Inter Tight"/>
                <a:sym typeface="Inter Tight"/>
              </a:defRPr>
            </a:lvl8pPr>
            <a:lvl9pPr lvl="8">
              <a:spcBef>
                <a:spcPts val="0"/>
              </a:spcBef>
              <a:spcAft>
                <a:spcPts val="0"/>
              </a:spcAft>
              <a:buSzPts val="1100"/>
              <a:buFont typeface="Inter Tight"/>
              <a:buNone/>
              <a:defRPr sz="1400">
                <a:latin typeface="Inter Tight"/>
                <a:ea typeface="Inter Tight"/>
                <a:cs typeface="Inter Tight"/>
                <a:sym typeface="Inter Tight"/>
              </a:defRPr>
            </a:lvl9pPr>
          </a:lstStyle>
          <a:p/>
        </p:txBody>
      </p:sp>
      <p:sp>
        <p:nvSpPr>
          <p:cNvPr id="54" name="Google Shape;54;p13"/>
          <p:cNvSpPr txBox="1"/>
          <p:nvPr>
            <p:ph idx="1" type="body"/>
          </p:nvPr>
        </p:nvSpPr>
        <p:spPr>
          <a:xfrm>
            <a:off x="629842" y="1560909"/>
            <a:ext cx="7885500" cy="2795400"/>
          </a:xfrm>
          <a:prstGeom prst="rect">
            <a:avLst/>
          </a:prstGeom>
          <a:noFill/>
          <a:ln>
            <a:noFill/>
          </a:ln>
        </p:spPr>
        <p:txBody>
          <a:bodyPr anchorCtr="0" anchor="t" bIns="0" lIns="0" spcFirstLastPara="1" rIns="0" wrap="square" tIns="0">
            <a:noAutofit/>
          </a:bodyPr>
          <a:lstStyle>
            <a:lvl1pPr indent="-285750" lvl="0" marL="457200" marR="0" algn="l">
              <a:lnSpc>
                <a:spcPct val="110000"/>
              </a:lnSpc>
              <a:spcBef>
                <a:spcPts val="500"/>
              </a:spcBef>
              <a:spcAft>
                <a:spcPts val="0"/>
              </a:spcAft>
              <a:buClr>
                <a:schemeClr val="dk1"/>
              </a:buClr>
              <a:buSzPts val="900"/>
              <a:buFont typeface="Inter Tight Light"/>
              <a:buChar char="​"/>
              <a:defRPr i="0" sz="900" u="none" cap="none" strike="noStrike">
                <a:solidFill>
                  <a:schemeClr val="dk1"/>
                </a:solidFill>
                <a:latin typeface="Inter Tight Light"/>
                <a:ea typeface="Inter Tight Light"/>
                <a:cs typeface="Inter Tight Light"/>
                <a:sym typeface="Inter Tight Light"/>
              </a:defRPr>
            </a:lvl1pPr>
            <a:lvl2pPr indent="-285750" lvl="1" marL="914400" marR="0" algn="l">
              <a:lnSpc>
                <a:spcPct val="90000"/>
              </a:lnSpc>
              <a:spcBef>
                <a:spcPts val="200"/>
              </a:spcBef>
              <a:spcAft>
                <a:spcPts val="0"/>
              </a:spcAft>
              <a:buClr>
                <a:srgbClr val="0D425C"/>
              </a:buClr>
              <a:buSzPts val="900"/>
              <a:buFont typeface="Inter Tight Light"/>
              <a:buChar char="•"/>
              <a:defRPr i="0" sz="900" u="none" cap="none" strike="noStrike">
                <a:solidFill>
                  <a:schemeClr val="dk1"/>
                </a:solidFill>
                <a:latin typeface="Inter Tight Light"/>
                <a:ea typeface="Inter Tight Light"/>
                <a:cs typeface="Inter Tight Light"/>
                <a:sym typeface="Inter Tight Light"/>
              </a:defRPr>
            </a:lvl2pPr>
            <a:lvl3pPr indent="-285750" lvl="2" marL="1371600" marR="0" algn="l">
              <a:lnSpc>
                <a:spcPct val="90000"/>
              </a:lnSpc>
              <a:spcBef>
                <a:spcPts val="200"/>
              </a:spcBef>
              <a:spcAft>
                <a:spcPts val="0"/>
              </a:spcAft>
              <a:buClr>
                <a:srgbClr val="0D425C"/>
              </a:buClr>
              <a:buSzPts val="900"/>
              <a:buFont typeface="Inter Tight Light"/>
              <a:buChar char="–"/>
              <a:defRPr i="0" sz="900" u="none" cap="none" strike="noStrike">
                <a:solidFill>
                  <a:schemeClr val="dk1"/>
                </a:solidFill>
                <a:latin typeface="Inter Tight Light"/>
                <a:ea typeface="Inter Tight Light"/>
                <a:cs typeface="Inter Tight Light"/>
                <a:sym typeface="Inter Tight Light"/>
              </a:defRPr>
            </a:lvl3pPr>
            <a:lvl4pPr indent="-304800" lvl="3" marL="1828800" marR="0" algn="l">
              <a:lnSpc>
                <a:spcPct val="110000"/>
              </a:lnSpc>
              <a:spcBef>
                <a:spcPts val="200"/>
              </a:spcBef>
              <a:spcAft>
                <a:spcPts val="0"/>
              </a:spcAft>
              <a:buClr>
                <a:srgbClr val="0D425C"/>
              </a:buClr>
              <a:buSzPts val="1200"/>
              <a:buFont typeface="Inter Tight"/>
              <a:buChar char="​"/>
              <a:defRPr b="1" i="0" sz="1200" u="none" cap="none" strike="noStrike">
                <a:solidFill>
                  <a:srgbClr val="0D425C"/>
                </a:solidFill>
                <a:latin typeface="Inter Tight"/>
                <a:ea typeface="Inter Tight"/>
                <a:cs typeface="Inter Tight"/>
                <a:sym typeface="Inter Tight"/>
              </a:defRPr>
            </a:lvl4pPr>
            <a:lvl5pPr indent="-304800" lvl="4" marL="2286000" marR="0" algn="l">
              <a:lnSpc>
                <a:spcPct val="100000"/>
              </a:lnSpc>
              <a:spcBef>
                <a:spcPts val="200"/>
              </a:spcBef>
              <a:spcAft>
                <a:spcPts val="0"/>
              </a:spcAft>
              <a:buClr>
                <a:schemeClr val="dk1"/>
              </a:buClr>
              <a:buSzPts val="1200"/>
              <a:buFont typeface="Inter Tight"/>
              <a:buChar char="​"/>
              <a:defRPr b="1" i="0" sz="1200" u="none" cap="none" strike="noStrike">
                <a:solidFill>
                  <a:schemeClr val="dk1"/>
                </a:solidFill>
                <a:latin typeface="Inter Tight"/>
                <a:ea typeface="Inter Tight"/>
                <a:cs typeface="Inter Tight"/>
                <a:sym typeface="Inter Tight"/>
              </a:defRPr>
            </a:lvl5pPr>
            <a:lvl6pPr indent="-304800" lvl="5" marL="2743200" marR="0" algn="l">
              <a:lnSpc>
                <a:spcPct val="90000"/>
              </a:lnSpc>
              <a:spcBef>
                <a:spcPts val="200"/>
              </a:spcBef>
              <a:spcAft>
                <a:spcPts val="0"/>
              </a:spcAft>
              <a:buClr>
                <a:srgbClr val="0D425C"/>
              </a:buClr>
              <a:buSzPts val="1200"/>
              <a:buFont typeface="Inter Tight Light"/>
              <a:buChar char="•"/>
              <a:defRPr i="0" sz="1200" u="none" cap="none" strike="noStrike">
                <a:solidFill>
                  <a:schemeClr val="dk1"/>
                </a:solidFill>
                <a:latin typeface="Inter Tight Light"/>
                <a:ea typeface="Inter Tight Light"/>
                <a:cs typeface="Inter Tight Light"/>
                <a:sym typeface="Inter Tight Light"/>
              </a:defRPr>
            </a:lvl6pPr>
            <a:lvl7pPr indent="-438150" lvl="6" marL="3200400" marR="0" algn="l">
              <a:lnSpc>
                <a:spcPct val="90000"/>
              </a:lnSpc>
              <a:spcBef>
                <a:spcPts val="700"/>
              </a:spcBef>
              <a:spcAft>
                <a:spcPts val="0"/>
              </a:spcAft>
              <a:buClr>
                <a:schemeClr val="dk1"/>
              </a:buClr>
              <a:buSzPts val="3300"/>
              <a:buFont typeface="Inter Tight"/>
              <a:buChar char="​"/>
              <a:defRPr b="1" i="0" sz="3300" u="none" cap="none" strike="noStrike">
                <a:solidFill>
                  <a:schemeClr val="dk1"/>
                </a:solidFill>
                <a:latin typeface="Inter Tight"/>
                <a:ea typeface="Inter Tight"/>
                <a:cs typeface="Inter Tight"/>
                <a:sym typeface="Inter Tight"/>
              </a:defRPr>
            </a:lvl7pPr>
            <a:lvl8pPr indent="-488950" lvl="7" marL="3657600" marR="0" algn="l">
              <a:lnSpc>
                <a:spcPct val="90000"/>
              </a:lnSpc>
              <a:spcBef>
                <a:spcPts val="700"/>
              </a:spcBef>
              <a:spcAft>
                <a:spcPts val="0"/>
              </a:spcAft>
              <a:buClr>
                <a:srgbClr val="0D425C"/>
              </a:buClr>
              <a:buSzPts val="4100"/>
              <a:buFont typeface="Inter Tight"/>
              <a:buChar char="​"/>
              <a:defRPr b="1" i="0" sz="4100" u="none" cap="none" strike="noStrike">
                <a:solidFill>
                  <a:srgbClr val="0D425C"/>
                </a:solidFill>
                <a:latin typeface="Inter Tight"/>
                <a:ea typeface="Inter Tight"/>
                <a:cs typeface="Inter Tight"/>
                <a:sym typeface="Inter Tight"/>
              </a:defRPr>
            </a:lvl8pPr>
            <a:lvl9pPr indent="-342900" lvl="8" marL="4114800" marR="0" algn="l">
              <a:lnSpc>
                <a:spcPct val="100000"/>
              </a:lnSpc>
              <a:spcBef>
                <a:spcPts val="0"/>
              </a:spcBef>
              <a:spcAft>
                <a:spcPts val="700"/>
              </a:spcAft>
              <a:buClr>
                <a:srgbClr val="0D425C"/>
              </a:buClr>
              <a:buSzPts val="1800"/>
              <a:buFont typeface="Inter Tight"/>
              <a:buChar char="​"/>
              <a:defRPr b="1" i="0" sz="1800" u="none" cap="none" strike="noStrike">
                <a:solidFill>
                  <a:srgbClr val="0D425C"/>
                </a:solidFill>
                <a:latin typeface="Inter Tight"/>
                <a:ea typeface="Inter Tight"/>
                <a:cs typeface="Inter Tight"/>
                <a:sym typeface="Inter Tigh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 id="2147483714" r:id="rId56"/>
    <p:sldLayoutId id="2147483715" r:id="rId57"/>
    <p:sldLayoutId id="2147483716" r:id="rId58"/>
    <p:sldLayoutId id="2147483717" r:id="rId59"/>
    <p:sldLayoutId id="2147483718" r:id="rId60"/>
    <p:sldLayoutId id="2147483719" r:id="rId61"/>
    <p:sldLayoutId id="2147483720" r:id="rId62"/>
    <p:sldLayoutId id="2147483721" r:id="rId63"/>
    <p:sldLayoutId id="2147483722" r:id="rId64"/>
    <p:sldLayoutId id="2147483723" r:id="rId65"/>
    <p:sldLayoutId id="2147483724" r:id="rId66"/>
    <p:sldLayoutId id="2147483725" r:id="rId67"/>
    <p:sldLayoutId id="2147483726" r:id="rId68"/>
    <p:sldLayoutId id="2147483727" r:id="rId69"/>
    <p:sldLayoutId id="2147483728" r:id="rId70"/>
    <p:sldLayoutId id="2147483729" r:id="rId71"/>
    <p:sldLayoutId id="2147483730" r:id="rId72"/>
    <p:sldLayoutId id="2147483731" r:id="rId73"/>
    <p:sldLayoutId id="2147483732" r:id="rId74"/>
    <p:sldLayoutId id="2147483733" r:id="rId75"/>
    <p:sldLayoutId id="2147483734" r:id="rId76"/>
    <p:sldLayoutId id="2147483735" r:id="rId77"/>
    <p:sldLayoutId id="2147483736" r:id="rId78"/>
    <p:sldLayoutId id="2147483737" r:id="rId79"/>
    <p:sldLayoutId id="2147483738" r:id="rId80"/>
    <p:sldLayoutId id="2147483739" r:id="rId81"/>
    <p:sldLayoutId id="2147483740" r:id="rId82"/>
  </p:sldLayoutIdLst>
  <mc:AlternateContent>
    <mc:Choice Requires="p14">
      <p:transition p14:dur="25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983">
          <p15:clr>
            <a:srgbClr val="F26B43"/>
          </p15:clr>
        </p15:guide>
        <p15:guide id="2" pos="396">
          <p15:clr>
            <a:srgbClr val="F26B43"/>
          </p15:clr>
        </p15:guide>
        <p15:guide id="3" pos="5359">
          <p15:clr>
            <a:srgbClr val="F26B43"/>
          </p15:clr>
        </p15:guide>
        <p15:guide id="4" orient="horz" pos="27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1.xml"/><Relationship Id="rId3" Type="http://schemas.openxmlformats.org/officeDocument/2006/relationships/image" Target="../media/image22.png"/><Relationship Id="rId4" Type="http://schemas.openxmlformats.org/officeDocument/2006/relationships/image" Target="../media/image31.png"/><Relationship Id="rId5" Type="http://schemas.openxmlformats.org/officeDocument/2006/relationships/image" Target="../media/image29.png"/><Relationship Id="rId6" Type="http://schemas.openxmlformats.org/officeDocument/2006/relationships/image" Target="../media/image3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3.xml"/><Relationship Id="rId3"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4.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sp>
        <p:nvSpPr>
          <p:cNvPr id="571" name="Google Shape;571;p96"/>
          <p:cNvSpPr/>
          <p:nvPr/>
        </p:nvSpPr>
        <p:spPr>
          <a:xfrm>
            <a:off x="0" y="0"/>
            <a:ext cx="2743200" cy="5143500"/>
          </a:xfrm>
          <a:prstGeom prst="rect">
            <a:avLst/>
          </a:prstGeom>
          <a:solidFill>
            <a:srgbClr val="072E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96"/>
          <p:cNvSpPr/>
          <p:nvPr/>
        </p:nvSpPr>
        <p:spPr>
          <a:xfrm>
            <a:off x="-548640" y="3291840"/>
            <a:ext cx="2377500" cy="2377500"/>
          </a:xfrm>
          <a:prstGeom prst="ellipse">
            <a:avLst/>
          </a:prstGeom>
          <a:solidFill>
            <a:srgbClr val="134F68">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96"/>
          <p:cNvSpPr/>
          <p:nvPr/>
        </p:nvSpPr>
        <p:spPr>
          <a:xfrm>
            <a:off x="365760" y="1463040"/>
            <a:ext cx="2011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Inter Tight"/>
              <a:buNone/>
            </a:pPr>
            <a:r>
              <a:rPr b="1" i="0" lang="en-GB" sz="2800" u="none" cap="none" strike="noStrike">
                <a:solidFill>
                  <a:srgbClr val="FFFFFF"/>
                </a:solidFill>
                <a:latin typeface="Inter Tight"/>
                <a:ea typeface="Inter Tight"/>
                <a:cs typeface="Inter Tight"/>
                <a:sym typeface="Inter Tight"/>
              </a:rPr>
              <a:t>Situation</a:t>
            </a:r>
            <a:endParaRPr i="0" sz="2800" u="none" cap="none" strike="noStrike">
              <a:solidFill>
                <a:schemeClr val="dk1"/>
              </a:solidFill>
              <a:latin typeface="Inter Tight"/>
              <a:ea typeface="Inter Tight"/>
              <a:cs typeface="Inter Tight"/>
              <a:sym typeface="Inter Tight"/>
            </a:endParaRPr>
          </a:p>
        </p:txBody>
      </p:sp>
      <p:sp>
        <p:nvSpPr>
          <p:cNvPr id="574" name="Google Shape;574;p96"/>
          <p:cNvSpPr/>
          <p:nvPr/>
        </p:nvSpPr>
        <p:spPr>
          <a:xfrm>
            <a:off x="365760" y="1965960"/>
            <a:ext cx="822900" cy="36600"/>
          </a:xfrm>
          <a:prstGeom prst="rect">
            <a:avLst/>
          </a:prstGeom>
          <a:solidFill>
            <a:srgbClr val="518C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96"/>
          <p:cNvSpPr/>
          <p:nvPr/>
        </p:nvSpPr>
        <p:spPr>
          <a:xfrm>
            <a:off x="365760" y="2148840"/>
            <a:ext cx="2011800" cy="548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ADCFC9"/>
              </a:buClr>
              <a:buSzPts val="1050"/>
              <a:buFont typeface="Inter Tight"/>
              <a:buNone/>
            </a:pPr>
            <a:r>
              <a:rPr i="0" lang="en-GB" sz="1050" u="none" cap="none" strike="noStrike">
                <a:solidFill>
                  <a:srgbClr val="ADCFC9"/>
                </a:solidFill>
                <a:latin typeface="Inter Tight"/>
                <a:ea typeface="Inter Tight"/>
                <a:cs typeface="Inter Tight"/>
                <a:sym typeface="Inter Tight"/>
              </a:rPr>
              <a:t>Understanding Lyka's</a:t>
            </a:r>
            <a:endParaRPr i="0" sz="1050" u="none" cap="none" strike="noStrike">
              <a:solidFill>
                <a:schemeClr val="dk1"/>
              </a:solidFill>
              <a:latin typeface="Inter Tight"/>
              <a:ea typeface="Inter Tight"/>
              <a:cs typeface="Inter Tight"/>
              <a:sym typeface="Inter Tight"/>
            </a:endParaRPr>
          </a:p>
          <a:p>
            <a:pPr indent="0" lvl="0" marL="0" marR="0" rtl="0" algn="l">
              <a:lnSpc>
                <a:spcPct val="130000"/>
              </a:lnSpc>
              <a:spcBef>
                <a:spcPts val="0"/>
              </a:spcBef>
              <a:spcAft>
                <a:spcPts val="0"/>
              </a:spcAft>
              <a:buClr>
                <a:srgbClr val="ADCFC9"/>
              </a:buClr>
              <a:buSzPts val="1050"/>
              <a:buFont typeface="Inter Tight"/>
              <a:buNone/>
            </a:pPr>
            <a:r>
              <a:rPr i="0" lang="en-GB" sz="1050" u="none" cap="none" strike="noStrike">
                <a:solidFill>
                  <a:srgbClr val="ADCFC9"/>
                </a:solidFill>
                <a:latin typeface="Inter Tight"/>
                <a:ea typeface="Inter Tight"/>
                <a:cs typeface="Inter Tight"/>
                <a:sym typeface="Inter Tight"/>
              </a:rPr>
              <a:t>context and AI ambitions</a:t>
            </a:r>
            <a:endParaRPr i="0" sz="1050" u="none" cap="none" strike="noStrike">
              <a:solidFill>
                <a:schemeClr val="dk1"/>
              </a:solidFill>
              <a:latin typeface="Inter Tight"/>
              <a:ea typeface="Inter Tight"/>
              <a:cs typeface="Inter Tight"/>
              <a:sym typeface="Inter Tight"/>
            </a:endParaRPr>
          </a:p>
        </p:txBody>
      </p:sp>
      <p:pic>
        <p:nvPicPr>
          <p:cNvPr descr="preencoded.png" id="576" name="Google Shape;576;p96"/>
          <p:cNvPicPr preferRelativeResize="0"/>
          <p:nvPr/>
        </p:nvPicPr>
        <p:blipFill rotWithShape="1">
          <a:blip r:embed="rId3">
            <a:alphaModFix/>
          </a:blip>
          <a:srcRect b="0" l="0" r="0" t="0"/>
          <a:stretch/>
        </p:blipFill>
        <p:spPr>
          <a:xfrm>
            <a:off x="777240" y="3200400"/>
            <a:ext cx="548640" cy="548640"/>
          </a:xfrm>
          <a:prstGeom prst="rect">
            <a:avLst/>
          </a:prstGeom>
          <a:noFill/>
          <a:ln>
            <a:noFill/>
          </a:ln>
        </p:spPr>
      </p:pic>
      <p:sp>
        <p:nvSpPr>
          <p:cNvPr id="577" name="Google Shape;577;p96"/>
          <p:cNvSpPr/>
          <p:nvPr/>
        </p:nvSpPr>
        <p:spPr>
          <a:xfrm>
            <a:off x="3108960" y="320040"/>
            <a:ext cx="5669400" cy="548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518C94"/>
              </a:buClr>
              <a:buSzPts val="1250"/>
              <a:buFont typeface="Inter Tight"/>
              <a:buNone/>
            </a:pPr>
            <a:r>
              <a:rPr b="1" i="0" lang="en-GB" sz="1200" u="none" cap="none" strike="noStrike">
                <a:solidFill>
                  <a:srgbClr val="518C94"/>
                </a:solidFill>
                <a:latin typeface="Inter Tight"/>
                <a:ea typeface="Inter Tight"/>
                <a:cs typeface="Inter Tight"/>
                <a:sym typeface="Inter Tight"/>
              </a:rPr>
              <a:t>Lyka is looking to identify and leverage opportunities where AI and automation can improve operational efficiency across </a:t>
            </a:r>
            <a:r>
              <a:rPr b="1" lang="en-GB" sz="1200">
                <a:solidFill>
                  <a:srgbClr val="518C94"/>
                </a:solidFill>
                <a:latin typeface="Inter Tight"/>
                <a:ea typeface="Inter Tight"/>
                <a:cs typeface="Inter Tight"/>
                <a:sym typeface="Inter Tight"/>
              </a:rPr>
              <a:t>its core business operations teams</a:t>
            </a:r>
            <a:r>
              <a:rPr b="1" i="0" lang="en-GB" sz="1200" u="none" cap="none" strike="noStrike">
                <a:solidFill>
                  <a:srgbClr val="518C94"/>
                </a:solidFill>
                <a:latin typeface="Inter Tight"/>
                <a:ea typeface="Inter Tight"/>
                <a:cs typeface="Inter Tight"/>
                <a:sym typeface="Inter Tight"/>
              </a:rPr>
              <a:t>.</a:t>
            </a:r>
            <a:endParaRPr i="0" sz="1200" u="none" cap="none" strike="noStrike">
              <a:solidFill>
                <a:schemeClr val="dk1"/>
              </a:solidFill>
              <a:latin typeface="Inter Tight"/>
              <a:ea typeface="Inter Tight"/>
              <a:cs typeface="Inter Tight"/>
              <a:sym typeface="Inter Tight"/>
            </a:endParaRPr>
          </a:p>
        </p:txBody>
      </p:sp>
      <p:sp>
        <p:nvSpPr>
          <p:cNvPr id="578" name="Google Shape;578;p96"/>
          <p:cNvSpPr/>
          <p:nvPr/>
        </p:nvSpPr>
        <p:spPr>
          <a:xfrm>
            <a:off x="3108960" y="960120"/>
            <a:ext cx="5669400" cy="9000"/>
          </a:xfrm>
          <a:prstGeom prst="rect">
            <a:avLst/>
          </a:prstGeom>
          <a:solidFill>
            <a:srgbClr val="E8E8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96"/>
          <p:cNvSpPr/>
          <p:nvPr/>
        </p:nvSpPr>
        <p:spPr>
          <a:xfrm>
            <a:off x="3108960" y="1099528"/>
            <a:ext cx="5669400" cy="7773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3A3A3A"/>
              </a:buClr>
              <a:buSzPts val="1150"/>
              <a:buFont typeface="Inter Tight"/>
              <a:buNone/>
            </a:pPr>
            <a:r>
              <a:rPr b="1" i="0" lang="en-GB" sz="1200" u="none" cap="none" strike="noStrike">
                <a:solidFill>
                  <a:srgbClr val="3A3A3A"/>
                </a:solidFill>
                <a:latin typeface="Inter Tight"/>
                <a:ea typeface="Inter Tight"/>
                <a:cs typeface="Inter Tight"/>
                <a:sym typeface="Inter Tight"/>
              </a:rPr>
              <a:t>Lyka</a:t>
            </a:r>
            <a:r>
              <a:rPr i="0" lang="en-GB" sz="1200" u="none" cap="none" strike="noStrike">
                <a:solidFill>
                  <a:srgbClr val="3A3A3A"/>
                </a:solidFill>
                <a:latin typeface="Inter Tight"/>
                <a:ea typeface="Inter Tight"/>
                <a:cs typeface="Inter Tight"/>
                <a:sym typeface="Inter Tight"/>
              </a:rPr>
              <a:t> is a leading Australian fresh pet food company</a:t>
            </a:r>
            <a:r>
              <a:rPr lang="en-GB" sz="1200">
                <a:solidFill>
                  <a:srgbClr val="3A3A3A"/>
                </a:solidFill>
                <a:latin typeface="Inter Tight"/>
                <a:ea typeface="Inter Tight"/>
                <a:cs typeface="Inter Tight"/>
                <a:sym typeface="Inter Tight"/>
              </a:rPr>
              <a:t> with a</a:t>
            </a:r>
            <a:r>
              <a:rPr i="0" lang="en-GB" sz="1200" u="none" cap="none" strike="noStrike">
                <a:solidFill>
                  <a:srgbClr val="3A3A3A"/>
                </a:solidFill>
                <a:latin typeface="Inter Tight"/>
                <a:ea typeface="Inter Tight"/>
                <a:cs typeface="Inter Tight"/>
                <a:sym typeface="Inter Tight"/>
              </a:rPr>
              <a:t> complex operation</a:t>
            </a:r>
            <a:r>
              <a:rPr lang="en-GB" sz="1200">
                <a:solidFill>
                  <a:srgbClr val="3A3A3A"/>
                </a:solidFill>
                <a:latin typeface="Inter Tight"/>
                <a:ea typeface="Inter Tight"/>
                <a:cs typeface="Inter Tight"/>
                <a:sym typeface="Inter Tight"/>
              </a:rPr>
              <a:t> supported by </a:t>
            </a:r>
            <a:r>
              <a:rPr b="1" lang="en-GB" sz="1200">
                <a:solidFill>
                  <a:srgbClr val="3A3A3A"/>
                </a:solidFill>
                <a:latin typeface="Inter Tight"/>
                <a:ea typeface="Inter Tight"/>
                <a:cs typeface="Inter Tight"/>
                <a:sym typeface="Inter Tight"/>
              </a:rPr>
              <a:t>People Operations, Business Operations, and </a:t>
            </a:r>
            <a:r>
              <a:rPr b="1" i="0" lang="en-GB" sz="1200" u="none" cap="none" strike="noStrike">
                <a:solidFill>
                  <a:srgbClr val="3A3A3A"/>
                </a:solidFill>
                <a:latin typeface="Inter Tight"/>
                <a:ea typeface="Inter Tight"/>
                <a:cs typeface="Inter Tight"/>
                <a:sym typeface="Inter Tight"/>
              </a:rPr>
              <a:t>Customer Care</a:t>
            </a:r>
            <a:r>
              <a:rPr i="0" lang="en-GB" sz="1200" u="none" cap="none" strike="noStrike">
                <a:solidFill>
                  <a:srgbClr val="3A3A3A"/>
                </a:solidFill>
                <a:latin typeface="Inter Tight"/>
                <a:ea typeface="Inter Tight"/>
                <a:cs typeface="Inter Tight"/>
                <a:sym typeface="Inter Tight"/>
              </a:rPr>
              <a:t>. </a:t>
            </a:r>
            <a:r>
              <a:rPr lang="en-GB" sz="1200">
                <a:solidFill>
                  <a:srgbClr val="3A3A3A"/>
                </a:solidFill>
                <a:latin typeface="Inter Tight"/>
                <a:ea typeface="Inter Tight"/>
                <a:cs typeface="Inter Tight"/>
                <a:sym typeface="Inter Tight"/>
              </a:rPr>
              <a:t>They</a:t>
            </a:r>
            <a:r>
              <a:rPr i="0" lang="en-GB" sz="1200" u="none" cap="none" strike="noStrike">
                <a:solidFill>
                  <a:srgbClr val="3A3A3A"/>
                </a:solidFill>
                <a:latin typeface="Inter Tight"/>
                <a:ea typeface="Inter Tight"/>
                <a:cs typeface="Inter Tight"/>
                <a:sym typeface="Inter Tight"/>
              </a:rPr>
              <a:t> </a:t>
            </a:r>
            <a:r>
              <a:rPr lang="en-GB" sz="1200">
                <a:solidFill>
                  <a:srgbClr val="3A3A3A"/>
                </a:solidFill>
                <a:latin typeface="Inter Tight"/>
                <a:ea typeface="Inter Tight"/>
                <a:cs typeface="Inter Tight"/>
                <a:sym typeface="Inter Tight"/>
              </a:rPr>
              <a:t>have</a:t>
            </a:r>
            <a:r>
              <a:rPr i="0" lang="en-GB" sz="1200" u="none" cap="none" strike="noStrike">
                <a:solidFill>
                  <a:srgbClr val="3A3A3A"/>
                </a:solidFill>
                <a:latin typeface="Inter Tight"/>
                <a:ea typeface="Inter Tight"/>
                <a:cs typeface="Inter Tight"/>
                <a:sym typeface="Inter Tight"/>
              </a:rPr>
              <a:t> identified opportunities to raise capability and automate manual processes across these teams.</a:t>
            </a:r>
            <a:endParaRPr i="0" sz="1200" u="none" cap="none" strike="noStrike">
              <a:solidFill>
                <a:schemeClr val="dk1"/>
              </a:solidFill>
              <a:latin typeface="Inter Tight"/>
              <a:ea typeface="Inter Tight"/>
              <a:cs typeface="Inter Tight"/>
              <a:sym typeface="Inter Tight"/>
            </a:endParaRPr>
          </a:p>
        </p:txBody>
      </p:sp>
      <p:sp>
        <p:nvSpPr>
          <p:cNvPr id="580" name="Google Shape;580;p96"/>
          <p:cNvSpPr/>
          <p:nvPr/>
        </p:nvSpPr>
        <p:spPr>
          <a:xfrm>
            <a:off x="5094602" y="2226790"/>
            <a:ext cx="1762200" cy="2240400"/>
          </a:xfrm>
          <a:prstGeom prst="rect">
            <a:avLst/>
          </a:prstGeom>
          <a:solidFill>
            <a:srgbClr val="F9F9F7"/>
          </a:solidFill>
          <a:ln>
            <a:noFill/>
          </a:ln>
          <a:effectLst>
            <a:outerShdw blurRad="635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96"/>
          <p:cNvSpPr/>
          <p:nvPr/>
        </p:nvSpPr>
        <p:spPr>
          <a:xfrm>
            <a:off x="5094602" y="2226790"/>
            <a:ext cx="1762200" cy="45600"/>
          </a:xfrm>
          <a:prstGeom prst="rect">
            <a:avLst/>
          </a:prstGeom>
          <a:solidFill>
            <a:srgbClr val="518C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2" name="Google Shape;582;p96"/>
          <p:cNvGrpSpPr/>
          <p:nvPr/>
        </p:nvGrpSpPr>
        <p:grpSpPr>
          <a:xfrm>
            <a:off x="5737940" y="2377604"/>
            <a:ext cx="475500" cy="475500"/>
            <a:chOff x="4983490" y="2130552"/>
            <a:chExt cx="475500" cy="475500"/>
          </a:xfrm>
        </p:grpSpPr>
        <p:sp>
          <p:nvSpPr>
            <p:cNvPr id="583" name="Google Shape;583;p96"/>
            <p:cNvSpPr/>
            <p:nvPr/>
          </p:nvSpPr>
          <p:spPr>
            <a:xfrm>
              <a:off x="4983490" y="2130552"/>
              <a:ext cx="475500" cy="475500"/>
            </a:xfrm>
            <a:prstGeom prst="ellipse">
              <a:avLst/>
            </a:prstGeom>
            <a:solidFill>
              <a:srgbClr val="072E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84" name="Google Shape;584;p96"/>
            <p:cNvPicPr preferRelativeResize="0"/>
            <p:nvPr/>
          </p:nvPicPr>
          <p:blipFill rotWithShape="1">
            <a:blip r:embed="rId4">
              <a:alphaModFix/>
            </a:blip>
            <a:srcRect b="0" l="0" r="0" t="0"/>
            <a:stretch/>
          </p:blipFill>
          <p:spPr>
            <a:xfrm>
              <a:off x="5084074" y="2231136"/>
              <a:ext cx="274320" cy="274320"/>
            </a:xfrm>
            <a:prstGeom prst="rect">
              <a:avLst/>
            </a:prstGeom>
            <a:noFill/>
            <a:ln>
              <a:noFill/>
            </a:ln>
          </p:spPr>
        </p:pic>
      </p:grpSp>
      <p:sp>
        <p:nvSpPr>
          <p:cNvPr id="585" name="Google Shape;585;p96"/>
          <p:cNvSpPr/>
          <p:nvPr/>
        </p:nvSpPr>
        <p:spPr>
          <a:xfrm>
            <a:off x="5169062" y="2958310"/>
            <a:ext cx="1613100" cy="4572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72E45"/>
              </a:buClr>
              <a:buSzPts val="1000"/>
              <a:buFont typeface="Inter Tight"/>
              <a:buNone/>
            </a:pPr>
            <a:r>
              <a:rPr b="1" i="0" lang="en-GB" sz="1000" u="none" cap="none" strike="noStrike">
                <a:solidFill>
                  <a:srgbClr val="072E45"/>
                </a:solidFill>
                <a:latin typeface="Inter Tight"/>
                <a:ea typeface="Inter Tight"/>
                <a:cs typeface="Inter Tight"/>
                <a:sym typeface="Inter Tight"/>
              </a:rPr>
              <a:t>Business</a:t>
            </a:r>
            <a:endParaRPr b="0" i="0" sz="100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072E45"/>
              </a:buClr>
              <a:buSzPts val="1000"/>
              <a:buFont typeface="Inter Tight"/>
              <a:buNone/>
            </a:pPr>
            <a:r>
              <a:rPr b="1" i="0" lang="en-GB" sz="1000" u="none" cap="none" strike="noStrike">
                <a:solidFill>
                  <a:srgbClr val="072E45"/>
                </a:solidFill>
                <a:latin typeface="Inter Tight"/>
                <a:ea typeface="Inter Tight"/>
                <a:cs typeface="Inter Tight"/>
                <a:sym typeface="Inter Tight"/>
              </a:rPr>
              <a:t>Operations</a:t>
            </a:r>
            <a:endParaRPr b="0" i="0" sz="1000" u="none" cap="none" strike="noStrike">
              <a:solidFill>
                <a:schemeClr val="dk1"/>
              </a:solidFill>
              <a:latin typeface="Calibri"/>
              <a:ea typeface="Calibri"/>
              <a:cs typeface="Calibri"/>
              <a:sym typeface="Calibri"/>
            </a:endParaRPr>
          </a:p>
        </p:txBody>
      </p:sp>
      <p:sp>
        <p:nvSpPr>
          <p:cNvPr id="586" name="Google Shape;586;p96"/>
          <p:cNvSpPr/>
          <p:nvPr/>
        </p:nvSpPr>
        <p:spPr>
          <a:xfrm>
            <a:off x="5169062" y="3461230"/>
            <a:ext cx="1613100" cy="868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3A3A3A"/>
              </a:buClr>
              <a:buSzPts val="850"/>
              <a:buFont typeface="Inter Tight"/>
              <a:buNone/>
            </a:pPr>
            <a:r>
              <a:rPr lang="en-GB" sz="850">
                <a:solidFill>
                  <a:srgbClr val="3A3A3A"/>
                </a:solidFill>
                <a:latin typeface="Inter Tight"/>
                <a:ea typeface="Inter Tight"/>
                <a:cs typeface="Inter Tight"/>
                <a:sym typeface="Inter Tight"/>
              </a:rPr>
              <a:t>Time consuming support of third-party labour management, clock-in/clock-out, invoice reconciliation</a:t>
            </a:r>
            <a:endParaRPr b="0" i="0" sz="850" u="none" cap="none" strike="noStrike">
              <a:solidFill>
                <a:schemeClr val="dk1"/>
              </a:solidFill>
              <a:latin typeface="Calibri"/>
              <a:ea typeface="Calibri"/>
              <a:cs typeface="Calibri"/>
              <a:sym typeface="Calibri"/>
            </a:endParaRPr>
          </a:p>
        </p:txBody>
      </p:sp>
      <p:sp>
        <p:nvSpPr>
          <p:cNvPr id="587" name="Google Shape;587;p96"/>
          <p:cNvSpPr/>
          <p:nvPr/>
        </p:nvSpPr>
        <p:spPr>
          <a:xfrm>
            <a:off x="7005746" y="2226790"/>
            <a:ext cx="1762200" cy="2240400"/>
          </a:xfrm>
          <a:prstGeom prst="rect">
            <a:avLst/>
          </a:prstGeom>
          <a:solidFill>
            <a:srgbClr val="F9F9F7"/>
          </a:solidFill>
          <a:ln>
            <a:noFill/>
          </a:ln>
          <a:effectLst>
            <a:outerShdw blurRad="635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96"/>
          <p:cNvSpPr/>
          <p:nvPr/>
        </p:nvSpPr>
        <p:spPr>
          <a:xfrm>
            <a:off x="7005746" y="2226790"/>
            <a:ext cx="1762200" cy="45600"/>
          </a:xfrm>
          <a:prstGeom prst="rect">
            <a:avLst/>
          </a:prstGeom>
          <a:solidFill>
            <a:srgbClr val="B8AD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89" name="Google Shape;589;p96"/>
          <p:cNvGrpSpPr/>
          <p:nvPr/>
        </p:nvGrpSpPr>
        <p:grpSpPr>
          <a:xfrm>
            <a:off x="7648991" y="2377604"/>
            <a:ext cx="475500" cy="475500"/>
            <a:chOff x="6391666" y="2130552"/>
            <a:chExt cx="475500" cy="475500"/>
          </a:xfrm>
        </p:grpSpPr>
        <p:sp>
          <p:nvSpPr>
            <p:cNvPr id="590" name="Google Shape;590;p96"/>
            <p:cNvSpPr/>
            <p:nvPr/>
          </p:nvSpPr>
          <p:spPr>
            <a:xfrm>
              <a:off x="6391666" y="2130552"/>
              <a:ext cx="475500" cy="475500"/>
            </a:xfrm>
            <a:prstGeom prst="ellipse">
              <a:avLst/>
            </a:prstGeom>
            <a:solidFill>
              <a:srgbClr val="072E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1" name="Google Shape;591;p96"/>
            <p:cNvPicPr preferRelativeResize="0"/>
            <p:nvPr/>
          </p:nvPicPr>
          <p:blipFill rotWithShape="1">
            <a:blip r:embed="rId5">
              <a:alphaModFix/>
            </a:blip>
            <a:srcRect b="0" l="0" r="0" t="0"/>
            <a:stretch/>
          </p:blipFill>
          <p:spPr>
            <a:xfrm>
              <a:off x="6492250" y="2231136"/>
              <a:ext cx="274320" cy="274320"/>
            </a:xfrm>
            <a:prstGeom prst="rect">
              <a:avLst/>
            </a:prstGeom>
            <a:noFill/>
            <a:ln>
              <a:noFill/>
            </a:ln>
          </p:spPr>
        </p:pic>
      </p:grpSp>
      <p:sp>
        <p:nvSpPr>
          <p:cNvPr id="592" name="Google Shape;592;p96"/>
          <p:cNvSpPr/>
          <p:nvPr/>
        </p:nvSpPr>
        <p:spPr>
          <a:xfrm>
            <a:off x="7080206" y="2958310"/>
            <a:ext cx="1613100" cy="4572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72E45"/>
              </a:buClr>
              <a:buSzPts val="1000"/>
              <a:buFont typeface="Inter Tight"/>
              <a:buNone/>
            </a:pPr>
            <a:r>
              <a:rPr b="1" i="0" lang="en-GB" sz="1000" u="none" cap="none" strike="noStrike">
                <a:solidFill>
                  <a:srgbClr val="072E45"/>
                </a:solidFill>
                <a:latin typeface="Inter Tight"/>
                <a:ea typeface="Inter Tight"/>
                <a:cs typeface="Inter Tight"/>
                <a:sym typeface="Inter Tight"/>
              </a:rPr>
              <a:t>Customer</a:t>
            </a:r>
            <a:endParaRPr b="0" i="0" sz="100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072E45"/>
              </a:buClr>
              <a:buSzPts val="1000"/>
              <a:buFont typeface="Inter Tight"/>
              <a:buNone/>
            </a:pPr>
            <a:r>
              <a:rPr b="1" i="0" lang="en-GB" sz="1000" u="none" cap="none" strike="noStrike">
                <a:solidFill>
                  <a:srgbClr val="072E45"/>
                </a:solidFill>
                <a:latin typeface="Inter Tight"/>
                <a:ea typeface="Inter Tight"/>
                <a:cs typeface="Inter Tight"/>
                <a:sym typeface="Inter Tight"/>
              </a:rPr>
              <a:t>Care</a:t>
            </a:r>
            <a:endParaRPr b="0" i="0" sz="1000" u="none" cap="none" strike="noStrike">
              <a:solidFill>
                <a:schemeClr val="dk1"/>
              </a:solidFill>
              <a:latin typeface="Calibri"/>
              <a:ea typeface="Calibri"/>
              <a:cs typeface="Calibri"/>
              <a:sym typeface="Calibri"/>
            </a:endParaRPr>
          </a:p>
        </p:txBody>
      </p:sp>
      <p:sp>
        <p:nvSpPr>
          <p:cNvPr id="593" name="Google Shape;593;p96"/>
          <p:cNvSpPr/>
          <p:nvPr/>
        </p:nvSpPr>
        <p:spPr>
          <a:xfrm>
            <a:off x="3108954" y="2226790"/>
            <a:ext cx="1762200" cy="2240400"/>
          </a:xfrm>
          <a:prstGeom prst="rect">
            <a:avLst/>
          </a:prstGeom>
          <a:solidFill>
            <a:srgbClr val="F9F9F7"/>
          </a:solidFill>
          <a:ln>
            <a:noFill/>
          </a:ln>
          <a:effectLst>
            <a:outerShdw blurRad="635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96"/>
          <p:cNvSpPr/>
          <p:nvPr/>
        </p:nvSpPr>
        <p:spPr>
          <a:xfrm>
            <a:off x="3108954" y="2226790"/>
            <a:ext cx="1762200" cy="45600"/>
          </a:xfrm>
          <a:prstGeom prst="rect">
            <a:avLst/>
          </a:prstGeom>
          <a:solidFill>
            <a:srgbClr val="1F4C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5" name="Google Shape;595;p96"/>
          <p:cNvGrpSpPr/>
          <p:nvPr/>
        </p:nvGrpSpPr>
        <p:grpSpPr>
          <a:xfrm>
            <a:off x="3752293" y="2377604"/>
            <a:ext cx="475500" cy="475500"/>
            <a:chOff x="3520418" y="2130552"/>
            <a:chExt cx="475500" cy="475500"/>
          </a:xfrm>
        </p:grpSpPr>
        <p:sp>
          <p:nvSpPr>
            <p:cNvPr id="596" name="Google Shape;596;p96"/>
            <p:cNvSpPr/>
            <p:nvPr/>
          </p:nvSpPr>
          <p:spPr>
            <a:xfrm>
              <a:off x="3520418" y="2130552"/>
              <a:ext cx="475500" cy="475500"/>
            </a:xfrm>
            <a:prstGeom prst="ellipse">
              <a:avLst/>
            </a:prstGeom>
            <a:solidFill>
              <a:srgbClr val="072E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7" name="Google Shape;597;p96"/>
            <p:cNvPicPr preferRelativeResize="0"/>
            <p:nvPr/>
          </p:nvPicPr>
          <p:blipFill rotWithShape="1">
            <a:blip r:embed="rId6">
              <a:alphaModFix/>
            </a:blip>
            <a:srcRect b="0" l="0" r="0" t="0"/>
            <a:stretch/>
          </p:blipFill>
          <p:spPr>
            <a:xfrm>
              <a:off x="3621002" y="2231136"/>
              <a:ext cx="274320" cy="274320"/>
            </a:xfrm>
            <a:prstGeom prst="rect">
              <a:avLst/>
            </a:prstGeom>
            <a:noFill/>
            <a:ln>
              <a:noFill/>
            </a:ln>
          </p:spPr>
        </p:pic>
      </p:grpSp>
      <p:sp>
        <p:nvSpPr>
          <p:cNvPr id="598" name="Google Shape;598;p96"/>
          <p:cNvSpPr/>
          <p:nvPr/>
        </p:nvSpPr>
        <p:spPr>
          <a:xfrm>
            <a:off x="3183414" y="2958310"/>
            <a:ext cx="1613100" cy="4572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072E45"/>
              </a:buClr>
              <a:buSzPts val="1000"/>
              <a:buFont typeface="Inter Tight"/>
              <a:buNone/>
            </a:pPr>
            <a:r>
              <a:rPr b="1" i="0" lang="en-GB" sz="1000" u="none" cap="none" strike="noStrike">
                <a:solidFill>
                  <a:srgbClr val="072E45"/>
                </a:solidFill>
                <a:latin typeface="Inter Tight"/>
                <a:ea typeface="Inter Tight"/>
                <a:cs typeface="Inter Tight"/>
                <a:sym typeface="Inter Tight"/>
              </a:rPr>
              <a:t>People</a:t>
            </a:r>
            <a:endParaRPr b="0" i="0" sz="100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072E45"/>
              </a:buClr>
              <a:buSzPts val="1000"/>
              <a:buFont typeface="Inter Tight"/>
              <a:buNone/>
            </a:pPr>
            <a:r>
              <a:rPr b="1" i="0" lang="en-GB" sz="1000" u="none" cap="none" strike="noStrike">
                <a:solidFill>
                  <a:srgbClr val="072E45"/>
                </a:solidFill>
                <a:latin typeface="Inter Tight"/>
                <a:ea typeface="Inter Tight"/>
                <a:cs typeface="Inter Tight"/>
                <a:sym typeface="Inter Tight"/>
              </a:rPr>
              <a:t>Op</a:t>
            </a:r>
            <a:r>
              <a:rPr b="1" lang="en-GB" sz="1000">
                <a:solidFill>
                  <a:srgbClr val="072E45"/>
                </a:solidFill>
                <a:latin typeface="Inter Tight"/>
                <a:ea typeface="Inter Tight"/>
                <a:cs typeface="Inter Tight"/>
                <a:sym typeface="Inter Tight"/>
              </a:rPr>
              <a:t>eration</a:t>
            </a:r>
            <a:endParaRPr b="0" i="0" sz="1000" u="none" cap="none" strike="noStrike">
              <a:solidFill>
                <a:schemeClr val="dk1"/>
              </a:solidFill>
              <a:latin typeface="Calibri"/>
              <a:ea typeface="Calibri"/>
              <a:cs typeface="Calibri"/>
              <a:sym typeface="Calibri"/>
            </a:endParaRPr>
          </a:p>
        </p:txBody>
      </p:sp>
      <p:sp>
        <p:nvSpPr>
          <p:cNvPr id="599" name="Google Shape;599;p96"/>
          <p:cNvSpPr/>
          <p:nvPr/>
        </p:nvSpPr>
        <p:spPr>
          <a:xfrm>
            <a:off x="3183414" y="3461230"/>
            <a:ext cx="1613100" cy="868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3A3A3A"/>
              </a:buClr>
              <a:buSzPts val="850"/>
              <a:buFont typeface="Inter Tight"/>
              <a:buNone/>
            </a:pPr>
            <a:r>
              <a:rPr lang="en-GB" sz="850">
                <a:solidFill>
                  <a:srgbClr val="3A3A3A"/>
                </a:solidFill>
                <a:latin typeface="Inter Tight"/>
                <a:ea typeface="Inter Tight"/>
                <a:cs typeface="Inter Tight"/>
                <a:sym typeface="Inter Tight"/>
              </a:rPr>
              <a:t>Manual repetitive processes (visa updates, offer letters) not leaving time for higher value work</a:t>
            </a:r>
            <a:endParaRPr sz="850">
              <a:solidFill>
                <a:srgbClr val="3A3A3A"/>
              </a:solidFill>
              <a:latin typeface="Inter Tight"/>
              <a:ea typeface="Inter Tight"/>
              <a:cs typeface="Inter Tight"/>
              <a:sym typeface="Inter Tight"/>
            </a:endParaRPr>
          </a:p>
        </p:txBody>
      </p:sp>
      <p:sp>
        <p:nvSpPr>
          <p:cNvPr id="600" name="Google Shape;600;p96"/>
          <p:cNvSpPr/>
          <p:nvPr/>
        </p:nvSpPr>
        <p:spPr>
          <a:xfrm>
            <a:off x="3108960" y="4709160"/>
            <a:ext cx="56694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AD90"/>
              </a:buClr>
              <a:buSzPts val="750"/>
              <a:buFont typeface="Inter Tight"/>
              <a:buNone/>
            </a:pPr>
            <a:r>
              <a:rPr b="0" i="1" lang="en-GB" sz="750" u="none" cap="none" strike="noStrike">
                <a:solidFill>
                  <a:srgbClr val="B8AD90"/>
                </a:solidFill>
                <a:latin typeface="Inter Tight"/>
                <a:ea typeface="Inter Tight"/>
                <a:cs typeface="Inter Tight"/>
                <a:sym typeface="Inter Tight"/>
              </a:rPr>
              <a:t>Source: Initial discussions with Lyka </a:t>
            </a:r>
            <a:r>
              <a:rPr i="1" lang="en-GB" sz="750">
                <a:solidFill>
                  <a:srgbClr val="B8AD90"/>
                </a:solidFill>
                <a:latin typeface="Inter Tight"/>
                <a:ea typeface="Inter Tight"/>
                <a:cs typeface="Inter Tight"/>
                <a:sym typeface="Inter Tight"/>
              </a:rPr>
              <a:t>ELT Member</a:t>
            </a:r>
            <a:r>
              <a:rPr b="0" i="1" lang="en-GB" sz="750" u="none" cap="none" strike="noStrike">
                <a:solidFill>
                  <a:srgbClr val="B8AD90"/>
                </a:solidFill>
                <a:latin typeface="Inter Tight"/>
                <a:ea typeface="Inter Tight"/>
                <a:cs typeface="Inter Tight"/>
                <a:sym typeface="Inter Tight"/>
              </a:rPr>
              <a:t> (</a:t>
            </a:r>
            <a:r>
              <a:rPr i="1" lang="en-GB" sz="750">
                <a:solidFill>
                  <a:srgbClr val="B8AD90"/>
                </a:solidFill>
                <a:latin typeface="Inter Tight"/>
                <a:ea typeface="Inter Tight"/>
                <a:cs typeface="Inter Tight"/>
                <a:sym typeface="Inter Tight"/>
              </a:rPr>
              <a:t>Mary Dong</a:t>
            </a:r>
            <a:r>
              <a:rPr b="0" i="1" lang="en-GB" sz="750" u="none" cap="none" strike="noStrike">
                <a:solidFill>
                  <a:srgbClr val="B8AD90"/>
                </a:solidFill>
                <a:latin typeface="Inter Tight"/>
                <a:ea typeface="Inter Tight"/>
                <a:cs typeface="Inter Tight"/>
                <a:sym typeface="Inter Tight"/>
              </a:rPr>
              <a:t>)</a:t>
            </a:r>
            <a:endParaRPr b="0" i="0" sz="750" u="none" cap="none" strike="noStrike">
              <a:solidFill>
                <a:schemeClr val="dk1"/>
              </a:solidFill>
              <a:latin typeface="Calibri"/>
              <a:ea typeface="Calibri"/>
              <a:cs typeface="Calibri"/>
              <a:sym typeface="Calibri"/>
            </a:endParaRPr>
          </a:p>
        </p:txBody>
      </p:sp>
      <p:sp>
        <p:nvSpPr>
          <p:cNvPr id="601" name="Google Shape;601;p96"/>
          <p:cNvSpPr/>
          <p:nvPr/>
        </p:nvSpPr>
        <p:spPr>
          <a:xfrm>
            <a:off x="0" y="5052060"/>
            <a:ext cx="9144000" cy="91500"/>
          </a:xfrm>
          <a:prstGeom prst="rect">
            <a:avLst/>
          </a:prstGeom>
          <a:solidFill>
            <a:srgbClr val="518C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96"/>
          <p:cNvSpPr/>
          <p:nvPr/>
        </p:nvSpPr>
        <p:spPr>
          <a:xfrm rot="-5400000">
            <a:off x="8337239" y="-16209"/>
            <a:ext cx="790800" cy="823200"/>
          </a:xfrm>
          <a:prstGeom prst="triangle">
            <a:avLst>
              <a:gd fmla="val 100000" name="adj"/>
            </a:avLst>
          </a:prstGeom>
          <a:solidFill>
            <a:srgbClr val="072E4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dk1"/>
              </a:solidFill>
              <a:latin typeface="Inter Tight"/>
              <a:ea typeface="Inter Tight"/>
              <a:cs typeface="Inter Tight"/>
              <a:sym typeface="Inter Tight"/>
            </a:endParaRPr>
          </a:p>
        </p:txBody>
      </p:sp>
      <p:sp>
        <p:nvSpPr>
          <p:cNvPr id="603" name="Google Shape;603;p96"/>
          <p:cNvSpPr/>
          <p:nvPr/>
        </p:nvSpPr>
        <p:spPr>
          <a:xfrm>
            <a:off x="8767908" y="99658"/>
            <a:ext cx="274200" cy="27420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1</a:t>
            </a:r>
            <a:endParaRPr sz="1100"/>
          </a:p>
        </p:txBody>
      </p:sp>
      <p:sp>
        <p:nvSpPr>
          <p:cNvPr id="604" name="Google Shape;604;p96"/>
          <p:cNvSpPr/>
          <p:nvPr/>
        </p:nvSpPr>
        <p:spPr>
          <a:xfrm>
            <a:off x="7080206" y="3461230"/>
            <a:ext cx="1613100" cy="868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3A3A3A"/>
              </a:buClr>
              <a:buSzPts val="850"/>
              <a:buFont typeface="Inter Tight"/>
              <a:buNone/>
            </a:pPr>
            <a:r>
              <a:rPr lang="en-GB" sz="850">
                <a:solidFill>
                  <a:srgbClr val="3A3A3A"/>
                </a:solidFill>
                <a:latin typeface="Inter Tight"/>
                <a:ea typeface="Inter Tight"/>
                <a:cs typeface="Inter Tight"/>
                <a:sym typeface="Inter Tight"/>
              </a:rPr>
              <a:t>Workforce management and rostering, automated customer issue resolution, self service expansion</a:t>
            </a:r>
            <a:endParaRPr sz="850">
              <a:solidFill>
                <a:srgbClr val="3A3A3A"/>
              </a:solidFill>
              <a:latin typeface="Inter Tight"/>
              <a:ea typeface="Inter Tight"/>
              <a:cs typeface="Inter Tight"/>
              <a:sym typeface="Inter Tight"/>
            </a:endParaRPr>
          </a:p>
        </p:txBody>
      </p:sp>
      <p:sp>
        <p:nvSpPr>
          <p:cNvPr id="605" name="Google Shape;605;p96"/>
          <p:cNvSpPr/>
          <p:nvPr/>
        </p:nvSpPr>
        <p:spPr>
          <a:xfrm>
            <a:off x="3108951" y="2018610"/>
            <a:ext cx="1762200" cy="175200"/>
          </a:xfrm>
          <a:prstGeom prst="rect">
            <a:avLst/>
          </a:prstGeom>
          <a:solidFill>
            <a:srgbClr val="BBD6EE"/>
          </a:solidFill>
          <a:ln>
            <a:noFill/>
          </a:ln>
        </p:spPr>
        <p:txBody>
          <a:bodyPr anchorCtr="1" anchor="ctr" bIns="0" lIns="0" spcFirstLastPara="1" rIns="0" wrap="square" tIns="0">
            <a:noAutofit/>
          </a:bodyPr>
          <a:lstStyle/>
          <a:p>
            <a:pPr indent="0" lvl="0" marL="0" marR="35999" rtl="0" algn="ctr">
              <a:spcBef>
                <a:spcPts val="0"/>
              </a:spcBef>
              <a:spcAft>
                <a:spcPts val="0"/>
              </a:spcAft>
              <a:buNone/>
            </a:pPr>
            <a:r>
              <a:rPr i="1" lang="en-GB" sz="900">
                <a:solidFill>
                  <a:srgbClr val="FFFFFF"/>
                </a:solidFill>
                <a:latin typeface="Trebuchet MS"/>
                <a:ea typeface="Trebuchet MS"/>
                <a:cs typeface="Trebuchet MS"/>
                <a:sym typeface="Trebuchet MS"/>
              </a:rPr>
              <a:t> </a:t>
            </a:r>
            <a:r>
              <a:rPr i="1" lang="en-GB" sz="900">
                <a:solidFill>
                  <a:srgbClr val="0D425C"/>
                </a:solidFill>
                <a:latin typeface="Trebuchet MS"/>
                <a:ea typeface="Trebuchet MS"/>
                <a:cs typeface="Trebuchet MS"/>
                <a:sym typeface="Trebuchet MS"/>
              </a:rPr>
              <a:t>Focus</a:t>
            </a:r>
            <a:endParaRPr sz="1100">
              <a:solidFill>
                <a:srgbClr val="0D425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97"/>
          <p:cNvSpPr/>
          <p:nvPr/>
        </p:nvSpPr>
        <p:spPr>
          <a:xfrm>
            <a:off x="3416440" y="3110032"/>
            <a:ext cx="53346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72E45"/>
              </a:buClr>
              <a:buSzPts val="1100"/>
              <a:buFont typeface="Inter Tight"/>
              <a:buNone/>
            </a:pPr>
            <a:r>
              <a:rPr b="1" lang="en-GB" sz="1200">
                <a:solidFill>
                  <a:schemeClr val="dk1"/>
                </a:solidFill>
                <a:latin typeface="Inter Tight"/>
                <a:ea typeface="Inter Tight"/>
                <a:cs typeface="Inter Tight"/>
                <a:sym typeface="Inter Tight"/>
              </a:rPr>
              <a:t>Without visibility into the end-to-end process and its performance, it's hard to diagnose bottlenecks or measure improvement.</a:t>
            </a:r>
            <a:endParaRPr b="1" sz="1200">
              <a:solidFill>
                <a:schemeClr val="dk1"/>
              </a:solidFill>
              <a:latin typeface="Inter Tight"/>
              <a:ea typeface="Inter Tight"/>
              <a:cs typeface="Inter Tight"/>
              <a:sym typeface="Inter Tight"/>
            </a:endParaRPr>
          </a:p>
        </p:txBody>
      </p:sp>
      <p:sp>
        <p:nvSpPr>
          <p:cNvPr id="612" name="Google Shape;612;p97"/>
          <p:cNvSpPr/>
          <p:nvPr/>
        </p:nvSpPr>
        <p:spPr>
          <a:xfrm>
            <a:off x="0" y="0"/>
            <a:ext cx="2743200" cy="5143500"/>
          </a:xfrm>
          <a:prstGeom prst="rect">
            <a:avLst/>
          </a:prstGeom>
          <a:solidFill>
            <a:srgbClr val="072E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97"/>
          <p:cNvSpPr/>
          <p:nvPr/>
        </p:nvSpPr>
        <p:spPr>
          <a:xfrm>
            <a:off x="-548640" y="3291840"/>
            <a:ext cx="2377500" cy="2377500"/>
          </a:xfrm>
          <a:prstGeom prst="ellipse">
            <a:avLst/>
          </a:prstGeom>
          <a:solidFill>
            <a:srgbClr val="134F68">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97"/>
          <p:cNvSpPr/>
          <p:nvPr/>
        </p:nvSpPr>
        <p:spPr>
          <a:xfrm>
            <a:off x="365760" y="1463040"/>
            <a:ext cx="2011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Inter Tight"/>
              <a:buNone/>
            </a:pPr>
            <a:r>
              <a:rPr b="1" i="0" lang="en-GB" sz="2800" u="none" cap="none" strike="noStrike">
                <a:solidFill>
                  <a:srgbClr val="FFFFFF"/>
                </a:solidFill>
                <a:latin typeface="Inter Tight"/>
                <a:ea typeface="Inter Tight"/>
                <a:cs typeface="Inter Tight"/>
                <a:sym typeface="Inter Tight"/>
              </a:rPr>
              <a:t>Situation</a:t>
            </a:r>
            <a:endParaRPr i="0" sz="2800" u="none" cap="none" strike="noStrike">
              <a:solidFill>
                <a:schemeClr val="dk1"/>
              </a:solidFill>
              <a:latin typeface="Inter Tight"/>
              <a:ea typeface="Inter Tight"/>
              <a:cs typeface="Inter Tight"/>
              <a:sym typeface="Inter Tight"/>
            </a:endParaRPr>
          </a:p>
        </p:txBody>
      </p:sp>
      <p:sp>
        <p:nvSpPr>
          <p:cNvPr id="615" name="Google Shape;615;p97"/>
          <p:cNvSpPr/>
          <p:nvPr/>
        </p:nvSpPr>
        <p:spPr>
          <a:xfrm>
            <a:off x="365760" y="1965960"/>
            <a:ext cx="822900" cy="36600"/>
          </a:xfrm>
          <a:prstGeom prst="rect">
            <a:avLst/>
          </a:prstGeom>
          <a:solidFill>
            <a:srgbClr val="518C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97"/>
          <p:cNvSpPr/>
          <p:nvPr/>
        </p:nvSpPr>
        <p:spPr>
          <a:xfrm>
            <a:off x="365760" y="2148840"/>
            <a:ext cx="2011800" cy="548700"/>
          </a:xfrm>
          <a:prstGeom prst="rect">
            <a:avLst/>
          </a:prstGeom>
          <a:noFill/>
          <a:ln>
            <a:noFill/>
          </a:ln>
        </p:spPr>
        <p:txBody>
          <a:bodyPr anchorCtr="0" anchor="ctr" bIns="0" lIns="0" spcFirstLastPara="1" rIns="0" wrap="square" tIns="0">
            <a:noAutofit/>
          </a:bodyPr>
          <a:lstStyle/>
          <a:p>
            <a:pPr indent="0" lvl="0" marL="0" rtl="0" algn="l">
              <a:lnSpc>
                <a:spcPct val="130000"/>
              </a:lnSpc>
              <a:spcBef>
                <a:spcPts val="0"/>
              </a:spcBef>
              <a:spcAft>
                <a:spcPts val="0"/>
              </a:spcAft>
              <a:buClr>
                <a:srgbClr val="ADCFC9"/>
              </a:buClr>
              <a:buSzPts val="1050"/>
              <a:buFont typeface="Inter Tight"/>
              <a:buNone/>
            </a:pPr>
            <a:r>
              <a:rPr lang="en-GB" sz="1050">
                <a:solidFill>
                  <a:srgbClr val="ADCFC9"/>
                </a:solidFill>
                <a:latin typeface="Inter Tight"/>
                <a:ea typeface="Inter Tight"/>
                <a:cs typeface="Inter Tight"/>
                <a:sym typeface="Inter Tight"/>
              </a:rPr>
              <a:t>Understanding Lyka's</a:t>
            </a:r>
            <a:endParaRPr sz="1050">
              <a:solidFill>
                <a:schemeClr val="dk1"/>
              </a:solidFill>
              <a:latin typeface="Inter Tight"/>
              <a:ea typeface="Inter Tight"/>
              <a:cs typeface="Inter Tight"/>
              <a:sym typeface="Inter Tight"/>
            </a:endParaRPr>
          </a:p>
          <a:p>
            <a:pPr indent="0" lvl="0" marL="0" rtl="0" algn="l">
              <a:lnSpc>
                <a:spcPct val="130000"/>
              </a:lnSpc>
              <a:spcBef>
                <a:spcPts val="0"/>
              </a:spcBef>
              <a:spcAft>
                <a:spcPts val="0"/>
              </a:spcAft>
              <a:buClr>
                <a:srgbClr val="ADCFC9"/>
              </a:buClr>
              <a:buSzPts val="1050"/>
              <a:buFont typeface="Inter Tight"/>
              <a:buNone/>
            </a:pPr>
            <a:r>
              <a:rPr lang="en-GB" sz="1050">
                <a:solidFill>
                  <a:srgbClr val="ADCFC9"/>
                </a:solidFill>
                <a:latin typeface="Inter Tight"/>
                <a:ea typeface="Inter Tight"/>
                <a:cs typeface="Inter Tight"/>
                <a:sym typeface="Inter Tight"/>
              </a:rPr>
              <a:t>PO compliance project</a:t>
            </a:r>
            <a:endParaRPr sz="1050">
              <a:solidFill>
                <a:srgbClr val="ADCFC9"/>
              </a:solidFill>
              <a:latin typeface="Inter Tight"/>
              <a:ea typeface="Inter Tight"/>
              <a:cs typeface="Inter Tight"/>
              <a:sym typeface="Inter Tight"/>
            </a:endParaRPr>
          </a:p>
        </p:txBody>
      </p:sp>
      <p:pic>
        <p:nvPicPr>
          <p:cNvPr descr="preencoded.png" id="617" name="Google Shape;617;p97"/>
          <p:cNvPicPr preferRelativeResize="0"/>
          <p:nvPr/>
        </p:nvPicPr>
        <p:blipFill rotWithShape="1">
          <a:blip r:embed="rId3">
            <a:alphaModFix/>
          </a:blip>
          <a:srcRect b="0" l="0" r="0" t="0"/>
          <a:stretch/>
        </p:blipFill>
        <p:spPr>
          <a:xfrm>
            <a:off x="777240" y="3200400"/>
            <a:ext cx="548640" cy="548640"/>
          </a:xfrm>
          <a:prstGeom prst="rect">
            <a:avLst/>
          </a:prstGeom>
          <a:noFill/>
          <a:ln>
            <a:noFill/>
          </a:ln>
        </p:spPr>
      </p:pic>
      <p:sp>
        <p:nvSpPr>
          <p:cNvPr id="618" name="Google Shape;618;p97"/>
          <p:cNvSpPr/>
          <p:nvPr/>
        </p:nvSpPr>
        <p:spPr>
          <a:xfrm>
            <a:off x="3108960" y="320040"/>
            <a:ext cx="5669400" cy="548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518C94"/>
              </a:buClr>
              <a:buSzPts val="1250"/>
              <a:buFont typeface="Inter Tight"/>
              <a:buNone/>
            </a:pPr>
            <a:r>
              <a:rPr b="1" lang="en-GB" sz="1200">
                <a:solidFill>
                  <a:srgbClr val="518C94"/>
                </a:solidFill>
                <a:latin typeface="Inter Tight"/>
                <a:ea typeface="Inter Tight"/>
                <a:cs typeface="Inter Tight"/>
                <a:sym typeface="Inter Tight"/>
              </a:rPr>
              <a:t>Lyka wants organisation-wide PO compliance and is mid implementation of a PO before invoice process in HQ.</a:t>
            </a:r>
            <a:endParaRPr b="1" sz="1200">
              <a:solidFill>
                <a:srgbClr val="518C94"/>
              </a:solidFill>
              <a:latin typeface="Inter Tight"/>
              <a:ea typeface="Inter Tight"/>
              <a:cs typeface="Inter Tight"/>
              <a:sym typeface="Inter Tight"/>
            </a:endParaRPr>
          </a:p>
        </p:txBody>
      </p:sp>
      <p:sp>
        <p:nvSpPr>
          <p:cNvPr id="619" name="Google Shape;619;p97"/>
          <p:cNvSpPr/>
          <p:nvPr/>
        </p:nvSpPr>
        <p:spPr>
          <a:xfrm>
            <a:off x="3108960" y="960120"/>
            <a:ext cx="5669400" cy="9000"/>
          </a:xfrm>
          <a:prstGeom prst="rect">
            <a:avLst/>
          </a:prstGeom>
          <a:solidFill>
            <a:srgbClr val="E8E8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97"/>
          <p:cNvSpPr/>
          <p:nvPr/>
        </p:nvSpPr>
        <p:spPr>
          <a:xfrm>
            <a:off x="3108960" y="4709160"/>
            <a:ext cx="56694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B8AD90"/>
              </a:buClr>
              <a:buSzPts val="750"/>
              <a:buFont typeface="Inter Tight"/>
              <a:buNone/>
            </a:pPr>
            <a:r>
              <a:rPr i="1" lang="en-GB" sz="750">
                <a:solidFill>
                  <a:srgbClr val="B8AD90"/>
                </a:solidFill>
                <a:latin typeface="Inter Tight"/>
                <a:ea typeface="Inter Tight"/>
                <a:cs typeface="Inter Tight"/>
                <a:sym typeface="Inter Tight"/>
              </a:rPr>
              <a:t>Source: Discovery call with Noel Foong (Financial Controller, Lyka), March 2026</a:t>
            </a:r>
            <a:endParaRPr i="1" sz="750">
              <a:solidFill>
                <a:srgbClr val="B8AD90"/>
              </a:solidFill>
              <a:latin typeface="Inter Tight"/>
              <a:ea typeface="Inter Tight"/>
              <a:cs typeface="Inter Tight"/>
              <a:sym typeface="Inter Tight"/>
            </a:endParaRPr>
          </a:p>
        </p:txBody>
      </p:sp>
      <p:sp>
        <p:nvSpPr>
          <p:cNvPr id="621" name="Google Shape;621;p97"/>
          <p:cNvSpPr/>
          <p:nvPr/>
        </p:nvSpPr>
        <p:spPr>
          <a:xfrm>
            <a:off x="0" y="5052060"/>
            <a:ext cx="9144000" cy="91500"/>
          </a:xfrm>
          <a:prstGeom prst="rect">
            <a:avLst/>
          </a:prstGeom>
          <a:solidFill>
            <a:srgbClr val="518C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97"/>
          <p:cNvSpPr/>
          <p:nvPr/>
        </p:nvSpPr>
        <p:spPr>
          <a:xfrm rot="-5400000">
            <a:off x="8337239" y="-16209"/>
            <a:ext cx="790800" cy="823200"/>
          </a:xfrm>
          <a:prstGeom prst="triangle">
            <a:avLst>
              <a:gd fmla="val 100000" name="adj"/>
            </a:avLst>
          </a:prstGeom>
          <a:solidFill>
            <a:srgbClr val="072E4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dk1"/>
              </a:solidFill>
              <a:latin typeface="Inter Tight"/>
              <a:ea typeface="Inter Tight"/>
              <a:cs typeface="Inter Tight"/>
              <a:sym typeface="Inter Tight"/>
            </a:endParaRPr>
          </a:p>
        </p:txBody>
      </p:sp>
      <p:sp>
        <p:nvSpPr>
          <p:cNvPr id="623" name="Google Shape;623;p97"/>
          <p:cNvSpPr/>
          <p:nvPr/>
        </p:nvSpPr>
        <p:spPr>
          <a:xfrm>
            <a:off x="8767908" y="99658"/>
            <a:ext cx="274200" cy="27420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GB" sz="1200">
                <a:solidFill>
                  <a:schemeClr val="dk1"/>
                </a:solidFill>
                <a:latin typeface="Inter Tight"/>
                <a:ea typeface="Inter Tight"/>
                <a:cs typeface="Inter Tight"/>
                <a:sym typeface="Inter Tight"/>
              </a:rPr>
              <a:t>1</a:t>
            </a:r>
            <a:endParaRPr sz="1100">
              <a:latin typeface="Inter Tight"/>
              <a:ea typeface="Inter Tight"/>
              <a:cs typeface="Inter Tight"/>
              <a:sym typeface="Inter Tight"/>
            </a:endParaRPr>
          </a:p>
        </p:txBody>
      </p:sp>
      <p:sp>
        <p:nvSpPr>
          <p:cNvPr id="624" name="Google Shape;624;p97"/>
          <p:cNvSpPr/>
          <p:nvPr/>
        </p:nvSpPr>
        <p:spPr>
          <a:xfrm>
            <a:off x="3407430" y="1097194"/>
            <a:ext cx="5334600" cy="9030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3A3A3A"/>
              </a:buClr>
              <a:buSzPts val="1150"/>
              <a:buFont typeface="Inter Tight"/>
              <a:buNone/>
            </a:pPr>
            <a:r>
              <a:rPr b="1" lang="en-GB" sz="1200">
                <a:solidFill>
                  <a:srgbClr val="3A3A3A"/>
                </a:solidFill>
                <a:latin typeface="Inter Tight"/>
                <a:ea typeface="Inter Tight"/>
                <a:cs typeface="Inter Tight"/>
                <a:sym typeface="Inter Tight"/>
              </a:rPr>
              <a:t>Lyka is rolling out Zudello to manage PO creation and invoice matching.</a:t>
            </a:r>
            <a:endParaRPr sz="1200">
              <a:solidFill>
                <a:srgbClr val="3A3A3A"/>
              </a:solidFill>
              <a:latin typeface="Inter Tight"/>
              <a:ea typeface="Inter Tight"/>
              <a:cs typeface="Inter Tight"/>
              <a:sym typeface="Inter Tight"/>
            </a:endParaRPr>
          </a:p>
          <a:p>
            <a:pPr indent="-304800" lvl="0" marL="457200" marR="0" rtl="0" algn="l">
              <a:lnSpc>
                <a:spcPct val="135000"/>
              </a:lnSpc>
              <a:spcBef>
                <a:spcPts val="0"/>
              </a:spcBef>
              <a:spcAft>
                <a:spcPts val="0"/>
              </a:spcAft>
              <a:buClr>
                <a:srgbClr val="3A3A3A"/>
              </a:buClr>
              <a:buSzPts val="1200"/>
              <a:buFont typeface="Inter Tight"/>
              <a:buChar char="●"/>
            </a:pPr>
            <a:r>
              <a:rPr lang="en-GB" sz="1200">
                <a:solidFill>
                  <a:srgbClr val="3A3A3A"/>
                </a:solidFill>
                <a:latin typeface="Inter Tight"/>
                <a:ea typeface="Inter Tight"/>
                <a:cs typeface="Inter Tight"/>
                <a:sym typeface="Inter Tight"/>
              </a:rPr>
              <a:t>Phase 1 live since mid-February for ops teams already using POs</a:t>
            </a:r>
            <a:endParaRPr sz="1200">
              <a:solidFill>
                <a:srgbClr val="3A3A3A"/>
              </a:solidFill>
              <a:latin typeface="Inter Tight"/>
              <a:ea typeface="Inter Tight"/>
              <a:cs typeface="Inter Tight"/>
              <a:sym typeface="Inter Tight"/>
            </a:endParaRPr>
          </a:p>
          <a:p>
            <a:pPr indent="-304800" lvl="0" marL="457200" marR="0" rtl="0" algn="l">
              <a:lnSpc>
                <a:spcPct val="135000"/>
              </a:lnSpc>
              <a:spcBef>
                <a:spcPts val="0"/>
              </a:spcBef>
              <a:spcAft>
                <a:spcPts val="0"/>
              </a:spcAft>
              <a:buClr>
                <a:srgbClr val="3A3A3A"/>
              </a:buClr>
              <a:buSzPts val="1200"/>
              <a:buFont typeface="Inter Tight"/>
              <a:buChar char="●"/>
            </a:pPr>
            <a:r>
              <a:rPr lang="en-GB" sz="1200">
                <a:solidFill>
                  <a:srgbClr val="3A3A3A"/>
                </a:solidFill>
                <a:latin typeface="Inter Tight"/>
                <a:ea typeface="Inter Tight"/>
                <a:cs typeface="Inter Tight"/>
                <a:sym typeface="Inter Tight"/>
              </a:rPr>
              <a:t>Phase 2 targets May 2026 for all remaining departments, but inefficiencies in the new process are putting the timeline at risk</a:t>
            </a:r>
            <a:endParaRPr b="1" sz="1200">
              <a:solidFill>
                <a:srgbClr val="3A3A3A"/>
              </a:solidFill>
              <a:latin typeface="Inter Tight"/>
              <a:ea typeface="Inter Tight"/>
              <a:cs typeface="Inter Tight"/>
              <a:sym typeface="Inter Tight"/>
            </a:endParaRPr>
          </a:p>
        </p:txBody>
      </p:sp>
      <p:sp>
        <p:nvSpPr>
          <p:cNvPr id="625" name="Google Shape;625;p97"/>
          <p:cNvSpPr/>
          <p:nvPr/>
        </p:nvSpPr>
        <p:spPr>
          <a:xfrm>
            <a:off x="3416440" y="2141610"/>
            <a:ext cx="53346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72E45"/>
              </a:buClr>
              <a:buSzPts val="1100"/>
              <a:buFont typeface="Inter Tight"/>
              <a:buNone/>
            </a:pPr>
            <a:r>
              <a:rPr b="1" lang="en-GB" sz="1200">
                <a:solidFill>
                  <a:schemeClr val="dk1"/>
                </a:solidFill>
                <a:latin typeface="Inter Tight"/>
                <a:ea typeface="Inter Tight"/>
                <a:cs typeface="Inter Tight"/>
                <a:sym typeface="Inter Tight"/>
              </a:rPr>
              <a:t>While temporary staff have cleared the backlog, the permanent team can still only match and pay 40 to 60 of the ~100 invoices received daily.</a:t>
            </a:r>
            <a:endParaRPr b="0" i="0" sz="1200" u="none" cap="none" strike="noStrike">
              <a:solidFill>
                <a:schemeClr val="dk1"/>
              </a:solidFill>
              <a:latin typeface="Calibri"/>
              <a:ea typeface="Calibri"/>
              <a:cs typeface="Calibri"/>
              <a:sym typeface="Calibri"/>
            </a:endParaRPr>
          </a:p>
        </p:txBody>
      </p:sp>
      <p:sp>
        <p:nvSpPr>
          <p:cNvPr id="626" name="Google Shape;626;p97"/>
          <p:cNvSpPr/>
          <p:nvPr/>
        </p:nvSpPr>
        <p:spPr>
          <a:xfrm>
            <a:off x="3416440" y="2567298"/>
            <a:ext cx="5334600" cy="548700"/>
          </a:xfrm>
          <a:prstGeom prst="rect">
            <a:avLst/>
          </a:prstGeom>
          <a:noFill/>
          <a:ln>
            <a:noFill/>
          </a:ln>
        </p:spPr>
        <p:txBody>
          <a:bodyPr anchorCtr="0" anchor="t" bIns="0" lIns="0" spcFirstLastPara="1" rIns="0" wrap="square" tIns="0">
            <a:noAutofit/>
          </a:bodyPr>
          <a:lstStyle/>
          <a:p>
            <a:pPr indent="-304800" lvl="0" marL="457200" marR="0" rtl="0" algn="l">
              <a:lnSpc>
                <a:spcPct val="120000"/>
              </a:lnSpc>
              <a:spcBef>
                <a:spcPts val="0"/>
              </a:spcBef>
              <a:spcAft>
                <a:spcPts val="0"/>
              </a:spcAft>
              <a:buClr>
                <a:srgbClr val="3A3A3A"/>
              </a:buClr>
              <a:buSzPts val="1200"/>
              <a:buFont typeface="Inter Tight"/>
              <a:buChar char="●"/>
            </a:pPr>
            <a:r>
              <a:rPr lang="en-GB" sz="1200">
                <a:solidFill>
                  <a:srgbClr val="3A3A3A"/>
                </a:solidFill>
                <a:latin typeface="Inter Tight"/>
                <a:ea typeface="Inter Tight"/>
                <a:cs typeface="Inter Tight"/>
                <a:sym typeface="Inter Tight"/>
              </a:rPr>
              <a:t>Non ops teams are raising POs for the first time and making errors</a:t>
            </a:r>
            <a:endParaRPr sz="1200">
              <a:solidFill>
                <a:srgbClr val="3A3A3A"/>
              </a:solidFill>
              <a:latin typeface="Inter Tight"/>
              <a:ea typeface="Inter Tight"/>
              <a:cs typeface="Inter Tight"/>
              <a:sym typeface="Inter Tight"/>
            </a:endParaRPr>
          </a:p>
          <a:p>
            <a:pPr indent="-304800" lvl="0" marL="457200" rtl="0" algn="l">
              <a:lnSpc>
                <a:spcPct val="120000"/>
              </a:lnSpc>
              <a:spcBef>
                <a:spcPts val="0"/>
              </a:spcBef>
              <a:spcAft>
                <a:spcPts val="0"/>
              </a:spcAft>
              <a:buClr>
                <a:srgbClr val="3A3A3A"/>
              </a:buClr>
              <a:buSzPts val="1200"/>
              <a:buFont typeface="Inter Tight"/>
              <a:buChar char="●"/>
            </a:pPr>
            <a:r>
              <a:rPr lang="en-GB" sz="1200">
                <a:solidFill>
                  <a:srgbClr val="3A3A3A"/>
                </a:solidFill>
                <a:latin typeface="Inter Tight"/>
                <a:ea typeface="Inter Tight"/>
                <a:cs typeface="Inter Tight"/>
                <a:sym typeface="Inter Tight"/>
              </a:rPr>
              <a:t>Zudello isn't extracting all invoice details or auto-matching POs reliably</a:t>
            </a:r>
            <a:endParaRPr sz="1200">
              <a:solidFill>
                <a:schemeClr val="dk1"/>
              </a:solidFill>
              <a:latin typeface="Calibri"/>
              <a:ea typeface="Calibri"/>
              <a:cs typeface="Calibri"/>
              <a:sym typeface="Calibri"/>
            </a:endParaRPr>
          </a:p>
        </p:txBody>
      </p:sp>
      <p:sp>
        <p:nvSpPr>
          <p:cNvPr id="627" name="Google Shape;627;p97"/>
          <p:cNvSpPr/>
          <p:nvPr/>
        </p:nvSpPr>
        <p:spPr>
          <a:xfrm>
            <a:off x="3416440" y="3515145"/>
            <a:ext cx="5334600" cy="548700"/>
          </a:xfrm>
          <a:prstGeom prst="rect">
            <a:avLst/>
          </a:prstGeom>
          <a:noFill/>
          <a:ln>
            <a:noFill/>
          </a:ln>
        </p:spPr>
        <p:txBody>
          <a:bodyPr anchorCtr="0" anchor="t" bIns="0" lIns="0" spcFirstLastPara="1" rIns="0" wrap="square" tIns="0">
            <a:noAutofit/>
          </a:bodyPr>
          <a:lstStyle/>
          <a:p>
            <a:pPr indent="-304800" lvl="0" marL="457200" marR="0" rtl="0" algn="l">
              <a:lnSpc>
                <a:spcPct val="120000"/>
              </a:lnSpc>
              <a:spcBef>
                <a:spcPts val="0"/>
              </a:spcBef>
              <a:spcAft>
                <a:spcPts val="0"/>
              </a:spcAft>
              <a:buClr>
                <a:srgbClr val="3A3A3A"/>
              </a:buClr>
              <a:buSzPts val="1200"/>
              <a:buFont typeface="Inter Tight"/>
              <a:buChar char="●"/>
            </a:pPr>
            <a:r>
              <a:rPr lang="en-GB" sz="1200">
                <a:solidFill>
                  <a:srgbClr val="3A3A3A"/>
                </a:solidFill>
                <a:latin typeface="Inter Tight"/>
                <a:ea typeface="Inter Tight"/>
                <a:cs typeface="Inter Tight"/>
                <a:sym typeface="Inter Tight"/>
              </a:rPr>
              <a:t>There’s currently no central dashboard containing outstanding invoices, mismatches, or overdue payables, making it difficult to understand the issues and opportunities for improvement</a:t>
            </a:r>
            <a:endParaRPr sz="1200">
              <a:solidFill>
                <a:srgbClr val="3A3A3A"/>
              </a:solidFill>
              <a:latin typeface="Inter Tight"/>
              <a:ea typeface="Inter Tight"/>
              <a:cs typeface="Inter Tight"/>
              <a:sym typeface="Inter Tight"/>
            </a:endParaRPr>
          </a:p>
        </p:txBody>
      </p:sp>
      <p:sp>
        <p:nvSpPr>
          <p:cNvPr id="628" name="Google Shape;628;p97"/>
          <p:cNvSpPr/>
          <p:nvPr/>
        </p:nvSpPr>
        <p:spPr>
          <a:xfrm>
            <a:off x="3185150" y="1130528"/>
            <a:ext cx="114000" cy="114000"/>
          </a:xfrm>
          <a:prstGeom prst="ellipse">
            <a:avLst/>
          </a:prstGeom>
          <a:solidFill>
            <a:srgbClr val="1F4C60"/>
          </a:solidFill>
          <a:ln cap="flat" cmpd="sng" w="9525">
            <a:solidFill>
              <a:srgbClr val="134F68"/>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b="1" sz="600">
              <a:solidFill>
                <a:schemeClr val="lt1"/>
              </a:solidFill>
              <a:latin typeface="Inter Tight"/>
              <a:ea typeface="Inter Tight"/>
              <a:cs typeface="Inter Tight"/>
              <a:sym typeface="Inter Tight"/>
            </a:endParaRPr>
          </a:p>
        </p:txBody>
      </p:sp>
      <p:sp>
        <p:nvSpPr>
          <p:cNvPr id="629" name="Google Shape;629;p97"/>
          <p:cNvSpPr/>
          <p:nvPr/>
        </p:nvSpPr>
        <p:spPr>
          <a:xfrm>
            <a:off x="3185150" y="2183553"/>
            <a:ext cx="114000" cy="114000"/>
          </a:xfrm>
          <a:prstGeom prst="ellipse">
            <a:avLst/>
          </a:prstGeom>
          <a:solidFill>
            <a:srgbClr val="1F4C60"/>
          </a:solidFill>
          <a:ln cap="flat" cmpd="sng" w="9525">
            <a:solidFill>
              <a:srgbClr val="134F68"/>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1"/>
              </a:buClr>
              <a:buFont typeface="Arial"/>
              <a:buNone/>
            </a:pPr>
            <a:r>
              <a:t/>
            </a:r>
            <a:endParaRPr sz="1000">
              <a:latin typeface="Inter Tight Light"/>
              <a:ea typeface="Inter Tight Light"/>
              <a:cs typeface="Inter Tight Light"/>
              <a:sym typeface="Inter Tight Light"/>
            </a:endParaRPr>
          </a:p>
        </p:txBody>
      </p:sp>
      <p:sp>
        <p:nvSpPr>
          <p:cNvPr id="630" name="Google Shape;630;p97"/>
          <p:cNvSpPr/>
          <p:nvPr/>
        </p:nvSpPr>
        <p:spPr>
          <a:xfrm>
            <a:off x="3185150" y="3151978"/>
            <a:ext cx="114000" cy="114000"/>
          </a:xfrm>
          <a:prstGeom prst="ellipse">
            <a:avLst/>
          </a:prstGeom>
          <a:solidFill>
            <a:srgbClr val="1F4C60"/>
          </a:solidFill>
          <a:ln cap="flat" cmpd="sng" w="9525">
            <a:solidFill>
              <a:srgbClr val="134F68"/>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Clr>
                <a:schemeClr val="dk1"/>
              </a:buClr>
              <a:buFont typeface="Arial"/>
              <a:buNone/>
            </a:pPr>
            <a:r>
              <a:t/>
            </a:r>
            <a:endParaRPr sz="1000">
              <a:latin typeface="Inter Tight Light"/>
              <a:ea typeface="Inter Tight Light"/>
              <a:cs typeface="Inter Tight Light"/>
              <a:sym typeface="Inter Tight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5" name="Shape 635"/>
        <p:cNvGrpSpPr/>
        <p:nvPr/>
      </p:nvGrpSpPr>
      <p:grpSpPr>
        <a:xfrm>
          <a:off x="0" y="0"/>
          <a:ext cx="0" cy="0"/>
          <a:chOff x="0" y="0"/>
          <a:chExt cx="0" cy="0"/>
        </a:xfrm>
      </p:grpSpPr>
      <p:sp>
        <p:nvSpPr>
          <p:cNvPr id="636" name="Google Shape;636;p98"/>
          <p:cNvSpPr/>
          <p:nvPr/>
        </p:nvSpPr>
        <p:spPr>
          <a:xfrm>
            <a:off x="0" y="0"/>
            <a:ext cx="2743200" cy="5143500"/>
          </a:xfrm>
          <a:prstGeom prst="rect">
            <a:avLst/>
          </a:prstGeom>
          <a:solidFill>
            <a:srgbClr val="072E45"/>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98"/>
          <p:cNvSpPr/>
          <p:nvPr/>
        </p:nvSpPr>
        <p:spPr>
          <a:xfrm>
            <a:off x="365760" y="1463040"/>
            <a:ext cx="2400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2200"/>
              <a:buFont typeface="Inter Tight"/>
              <a:buNone/>
            </a:pPr>
            <a:r>
              <a:rPr b="1" i="0" lang="en-GB" sz="2800" u="none" cap="none" strike="noStrike">
                <a:solidFill>
                  <a:srgbClr val="FFFFFF"/>
                </a:solidFill>
                <a:latin typeface="Inter Tight"/>
                <a:ea typeface="Inter Tight"/>
                <a:cs typeface="Inter Tight"/>
                <a:sym typeface="Inter Tight"/>
              </a:rPr>
              <a:t>Objectives</a:t>
            </a:r>
            <a:endParaRPr b="0" i="0" sz="2800" u="none" cap="none" strike="noStrike">
              <a:solidFill>
                <a:schemeClr val="dk1"/>
              </a:solidFill>
              <a:latin typeface="Calibri"/>
              <a:ea typeface="Calibri"/>
              <a:cs typeface="Calibri"/>
              <a:sym typeface="Calibri"/>
            </a:endParaRPr>
          </a:p>
        </p:txBody>
      </p:sp>
      <p:sp>
        <p:nvSpPr>
          <p:cNvPr id="638" name="Google Shape;638;p98"/>
          <p:cNvSpPr/>
          <p:nvPr/>
        </p:nvSpPr>
        <p:spPr>
          <a:xfrm>
            <a:off x="3108900" y="385763"/>
            <a:ext cx="5577900" cy="5943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E425B"/>
              </a:buClr>
              <a:buSzPts val="1400"/>
              <a:buFont typeface="Inter Tight"/>
              <a:buNone/>
            </a:pPr>
            <a:r>
              <a:rPr b="1" lang="en-GB" sz="1200">
                <a:solidFill>
                  <a:srgbClr val="518C94"/>
                </a:solidFill>
                <a:latin typeface="Inter Tight"/>
                <a:ea typeface="Inter Tight"/>
                <a:cs typeface="Inter Tight"/>
                <a:sym typeface="Inter Tight"/>
              </a:rPr>
              <a:t>Lyka would like to improve the purchase-to-pay process by getting a full issue understanding, process visibility, and improved PO compliance.</a:t>
            </a:r>
            <a:endParaRPr b="1" i="0" sz="1200" u="none" cap="none" strike="noStrike">
              <a:solidFill>
                <a:srgbClr val="518C94"/>
              </a:solidFill>
              <a:latin typeface="Inter Tight"/>
              <a:ea typeface="Inter Tight"/>
              <a:cs typeface="Inter Tight"/>
              <a:sym typeface="Inter Tight"/>
            </a:endParaRPr>
          </a:p>
        </p:txBody>
      </p:sp>
      <p:cxnSp>
        <p:nvCxnSpPr>
          <p:cNvPr id="639" name="Google Shape;639;p98"/>
          <p:cNvCxnSpPr/>
          <p:nvPr/>
        </p:nvCxnSpPr>
        <p:spPr>
          <a:xfrm>
            <a:off x="3123247" y="914400"/>
            <a:ext cx="5577900" cy="0"/>
          </a:xfrm>
          <a:prstGeom prst="straightConnector1">
            <a:avLst/>
          </a:prstGeom>
          <a:noFill/>
          <a:ln cap="flat" cmpd="sng" w="9525">
            <a:solidFill>
              <a:srgbClr val="ADCFC9"/>
            </a:solidFill>
            <a:prstDash val="solid"/>
            <a:round/>
            <a:headEnd len="sm" w="sm" type="none"/>
            <a:tailEnd len="sm" w="sm" type="none"/>
          </a:ln>
        </p:spPr>
      </p:cxnSp>
      <p:sp>
        <p:nvSpPr>
          <p:cNvPr id="640" name="Google Shape;640;p98"/>
          <p:cNvSpPr/>
          <p:nvPr/>
        </p:nvSpPr>
        <p:spPr>
          <a:xfrm>
            <a:off x="0" y="5074920"/>
            <a:ext cx="9144000" cy="68700"/>
          </a:xfrm>
          <a:prstGeom prst="rect">
            <a:avLst/>
          </a:prstGeom>
          <a:solidFill>
            <a:srgbClr val="0E425B"/>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98"/>
          <p:cNvSpPr/>
          <p:nvPr/>
        </p:nvSpPr>
        <p:spPr>
          <a:xfrm>
            <a:off x="-548640" y="3291840"/>
            <a:ext cx="2377500" cy="2377500"/>
          </a:xfrm>
          <a:prstGeom prst="ellipse">
            <a:avLst/>
          </a:prstGeom>
          <a:solidFill>
            <a:srgbClr val="134F68">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42" name="Google Shape;642;p98"/>
          <p:cNvPicPr preferRelativeResize="0"/>
          <p:nvPr/>
        </p:nvPicPr>
        <p:blipFill rotWithShape="1">
          <a:blip r:embed="rId3">
            <a:alphaModFix/>
          </a:blip>
          <a:srcRect b="0" l="0" r="0" t="0"/>
          <a:stretch/>
        </p:blipFill>
        <p:spPr>
          <a:xfrm>
            <a:off x="777240" y="3200400"/>
            <a:ext cx="548640" cy="548640"/>
          </a:xfrm>
          <a:prstGeom prst="rect">
            <a:avLst/>
          </a:prstGeom>
          <a:noFill/>
          <a:ln>
            <a:noFill/>
          </a:ln>
        </p:spPr>
      </p:pic>
      <p:sp>
        <p:nvSpPr>
          <p:cNvPr id="643" name="Google Shape;643;p98"/>
          <p:cNvSpPr/>
          <p:nvPr/>
        </p:nvSpPr>
        <p:spPr>
          <a:xfrm>
            <a:off x="365760" y="1965960"/>
            <a:ext cx="822900" cy="36600"/>
          </a:xfrm>
          <a:prstGeom prst="rect">
            <a:avLst/>
          </a:prstGeom>
          <a:solidFill>
            <a:srgbClr val="518C9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98"/>
          <p:cNvSpPr/>
          <p:nvPr/>
        </p:nvSpPr>
        <p:spPr>
          <a:xfrm>
            <a:off x="365751" y="2148850"/>
            <a:ext cx="1802100" cy="548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ADCFC9"/>
              </a:buClr>
              <a:buSzPts val="1100"/>
              <a:buFont typeface="Inter Tight"/>
              <a:buNone/>
            </a:pPr>
            <a:r>
              <a:rPr b="0" i="0" lang="en-GB" sz="1100" u="none" cap="none" strike="noStrike">
                <a:solidFill>
                  <a:srgbClr val="ADCFC9"/>
                </a:solidFill>
                <a:latin typeface="Inter Tight"/>
                <a:ea typeface="Inter Tight"/>
                <a:cs typeface="Inter Tight"/>
                <a:sym typeface="Inter Tight"/>
              </a:rPr>
              <a:t>What the AP team </a:t>
            </a:r>
            <a:r>
              <a:rPr lang="en-GB" sz="1100">
                <a:solidFill>
                  <a:srgbClr val="ADCFC9"/>
                </a:solidFill>
                <a:latin typeface="Inter Tight"/>
                <a:ea typeface="Inter Tight"/>
                <a:cs typeface="Inter Tight"/>
                <a:sym typeface="Inter Tight"/>
              </a:rPr>
              <a:t>would like to achieve </a:t>
            </a:r>
            <a:r>
              <a:rPr b="0" i="0" lang="en-GB" sz="1100" u="none" cap="none" strike="noStrike">
                <a:solidFill>
                  <a:srgbClr val="ADCFC9"/>
                </a:solidFill>
                <a:latin typeface="Inter Tight"/>
                <a:ea typeface="Inter Tight"/>
                <a:cs typeface="Inter Tight"/>
                <a:sym typeface="Inter Tight"/>
              </a:rPr>
              <a:t>with Turing Works</a:t>
            </a:r>
            <a:endParaRPr b="0" i="0" sz="1050" u="none" cap="none" strike="noStrike">
              <a:solidFill>
                <a:srgbClr val="ADCFC9"/>
              </a:solidFill>
              <a:latin typeface="Inter Tight"/>
              <a:ea typeface="Inter Tight"/>
              <a:cs typeface="Inter Tight"/>
              <a:sym typeface="Inter Tight"/>
            </a:endParaRPr>
          </a:p>
        </p:txBody>
      </p:sp>
      <p:sp>
        <p:nvSpPr>
          <p:cNvPr id="645" name="Google Shape;645;p98"/>
          <p:cNvSpPr/>
          <p:nvPr/>
        </p:nvSpPr>
        <p:spPr>
          <a:xfrm>
            <a:off x="3108960" y="4709160"/>
            <a:ext cx="56694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B8AD90"/>
              </a:buClr>
              <a:buSzPts val="750"/>
              <a:buFont typeface="Inter Tight"/>
              <a:buNone/>
            </a:pPr>
            <a:r>
              <a:rPr b="0" i="1" lang="en-GB" sz="750" u="none" cap="none" strike="noStrike">
                <a:solidFill>
                  <a:srgbClr val="B8AD90"/>
                </a:solidFill>
                <a:latin typeface="Inter Tight"/>
                <a:ea typeface="Inter Tight"/>
                <a:cs typeface="Inter Tight"/>
                <a:sym typeface="Inter Tight"/>
              </a:rPr>
              <a:t>Source: Discovery call with Noel Foong (Financial Controller, Lyka), March 2026</a:t>
            </a:r>
            <a:endParaRPr b="0" i="0" sz="750" u="none" cap="none" strike="noStrike">
              <a:solidFill>
                <a:schemeClr val="dk1"/>
              </a:solidFill>
              <a:latin typeface="Calibri"/>
              <a:ea typeface="Calibri"/>
              <a:cs typeface="Calibri"/>
              <a:sym typeface="Calibri"/>
            </a:endParaRPr>
          </a:p>
        </p:txBody>
      </p:sp>
      <p:sp>
        <p:nvSpPr>
          <p:cNvPr id="646" name="Google Shape;646;p98"/>
          <p:cNvSpPr/>
          <p:nvPr/>
        </p:nvSpPr>
        <p:spPr>
          <a:xfrm rot="-5400000">
            <a:off x="8337239" y="-16209"/>
            <a:ext cx="790800" cy="823200"/>
          </a:xfrm>
          <a:prstGeom prst="triangle">
            <a:avLst>
              <a:gd fmla="val 100000" name="adj"/>
            </a:avLst>
          </a:prstGeom>
          <a:solidFill>
            <a:srgbClr val="072E4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Inter Tight"/>
              <a:ea typeface="Inter Tight"/>
              <a:cs typeface="Inter Tight"/>
              <a:sym typeface="Inter Tight"/>
            </a:endParaRPr>
          </a:p>
        </p:txBody>
      </p:sp>
      <p:sp>
        <p:nvSpPr>
          <p:cNvPr id="647" name="Google Shape;647;p98"/>
          <p:cNvSpPr/>
          <p:nvPr/>
        </p:nvSpPr>
        <p:spPr>
          <a:xfrm>
            <a:off x="8767908" y="99658"/>
            <a:ext cx="274200" cy="274200"/>
          </a:xfrm>
          <a:prstGeom prst="ellipse">
            <a:avLst/>
          </a:prstGeom>
          <a:solidFill>
            <a:srgbClr val="FE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i="0" lang="en-GB" sz="1200" u="none" cap="none" strike="noStrike">
                <a:solidFill>
                  <a:srgbClr val="000000"/>
                </a:solidFill>
                <a:latin typeface="Inter Tight"/>
                <a:ea typeface="Inter Tight"/>
                <a:cs typeface="Inter Tight"/>
                <a:sym typeface="Inter Tight"/>
              </a:rPr>
              <a:t>1</a:t>
            </a:r>
            <a:endParaRPr i="0" sz="1100" u="none" cap="none" strike="noStrike">
              <a:solidFill>
                <a:srgbClr val="000000"/>
              </a:solidFill>
              <a:latin typeface="Inter Tight"/>
              <a:ea typeface="Inter Tight"/>
              <a:cs typeface="Inter Tight"/>
              <a:sym typeface="Inter Tight"/>
            </a:endParaRPr>
          </a:p>
        </p:txBody>
      </p:sp>
      <p:sp>
        <p:nvSpPr>
          <p:cNvPr id="648" name="Google Shape;648;p98"/>
          <p:cNvSpPr/>
          <p:nvPr/>
        </p:nvSpPr>
        <p:spPr>
          <a:xfrm>
            <a:off x="3051425" y="1038000"/>
            <a:ext cx="5669400" cy="361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a:solidFill>
                  <a:schemeClr val="dk1"/>
                </a:solidFill>
                <a:latin typeface="Inter Tight Light"/>
                <a:ea typeface="Inter Tight Light"/>
                <a:cs typeface="Inter Tight Light"/>
                <a:sym typeface="Inter Tight Light"/>
              </a:rPr>
              <a:t>The team want to:</a:t>
            </a:r>
            <a:endParaRPr sz="1200">
              <a:solidFill>
                <a:schemeClr val="dk1"/>
              </a:solidFill>
              <a:latin typeface="Inter Tight Light"/>
              <a:ea typeface="Inter Tight Light"/>
              <a:cs typeface="Inter Tight Light"/>
              <a:sym typeface="Inter Tight Light"/>
            </a:endParaRPr>
          </a:p>
          <a:p>
            <a:pPr indent="0" lvl="0" marL="0" rtl="0" algn="l">
              <a:spcBef>
                <a:spcPts val="0"/>
              </a:spcBef>
              <a:spcAft>
                <a:spcPts val="0"/>
              </a:spcAft>
              <a:buNone/>
            </a:pPr>
            <a:r>
              <a:t/>
            </a:r>
            <a:endParaRPr sz="1200">
              <a:solidFill>
                <a:schemeClr val="dk1"/>
              </a:solidFill>
              <a:latin typeface="Inter Tight Light"/>
              <a:ea typeface="Inter Tight Light"/>
              <a:cs typeface="Inter Tight Light"/>
              <a:sym typeface="Inter Tight Light"/>
            </a:endParaRPr>
          </a:p>
          <a:p>
            <a:pPr indent="-304800" lvl="0" marL="457200" rtl="0" algn="l">
              <a:spcBef>
                <a:spcPts val="0"/>
              </a:spcBef>
              <a:spcAft>
                <a:spcPts val="0"/>
              </a:spcAft>
              <a:buClr>
                <a:schemeClr val="dk1"/>
              </a:buClr>
              <a:buSzPts val="1200"/>
              <a:buAutoNum type="arabicPeriod"/>
            </a:pPr>
            <a:r>
              <a:rPr b="1" lang="en-GB" sz="1200">
                <a:solidFill>
                  <a:schemeClr val="dk1"/>
                </a:solidFill>
                <a:latin typeface="Inter Tight"/>
                <a:ea typeface="Inter Tight"/>
                <a:cs typeface="Inter Tight"/>
                <a:sym typeface="Inter Tight"/>
              </a:rPr>
              <a:t>Establish a live view of AP performance and issues</a:t>
            </a:r>
            <a:r>
              <a:rPr b="1" lang="en-GB" sz="1200">
                <a:solidFill>
                  <a:schemeClr val="dk1"/>
                </a:solidFill>
                <a:latin typeface="Inter Tight"/>
                <a:ea typeface="Inter Tight"/>
                <a:cs typeface="Inter Tight"/>
                <a:sym typeface="Inter Tight"/>
              </a:rPr>
              <a:t>:</a:t>
            </a:r>
            <a:r>
              <a:rPr lang="en-GB" sz="1200">
                <a:solidFill>
                  <a:schemeClr val="dk1"/>
                </a:solidFill>
                <a:latin typeface="Inter Tight Light"/>
                <a:ea typeface="Inter Tight Light"/>
                <a:cs typeface="Inter Tight Light"/>
                <a:sym typeface="Inter Tight Light"/>
              </a:rPr>
              <a:t> Build dashboard(s) that help to track invoice matching performance, team level PO compliance, and any backlog so that it can be actively managed until clear</a:t>
            </a:r>
            <a:endParaRPr sz="1200">
              <a:solidFill>
                <a:schemeClr val="dk1"/>
              </a:solidFill>
              <a:latin typeface="Inter Tight Light"/>
              <a:ea typeface="Inter Tight Light"/>
              <a:cs typeface="Inter Tight Light"/>
              <a:sym typeface="Inter Tight Light"/>
            </a:endParaRPr>
          </a:p>
          <a:p>
            <a:pPr indent="0" lvl="0" marL="0" rtl="0" algn="l">
              <a:spcBef>
                <a:spcPts val="0"/>
              </a:spcBef>
              <a:spcAft>
                <a:spcPts val="0"/>
              </a:spcAft>
              <a:buNone/>
            </a:pPr>
            <a:r>
              <a:t/>
            </a:r>
            <a:endParaRPr b="1" sz="1200">
              <a:solidFill>
                <a:schemeClr val="dk1"/>
              </a:solidFill>
              <a:latin typeface="Inter Tight"/>
              <a:ea typeface="Inter Tight"/>
              <a:cs typeface="Inter Tight"/>
              <a:sym typeface="Inter Tight"/>
            </a:endParaRPr>
          </a:p>
          <a:p>
            <a:pPr indent="-304800" lvl="0" marL="457200" rtl="0" algn="l">
              <a:spcBef>
                <a:spcPts val="0"/>
              </a:spcBef>
              <a:spcAft>
                <a:spcPts val="0"/>
              </a:spcAft>
              <a:buClr>
                <a:schemeClr val="dk1"/>
              </a:buClr>
              <a:buSzPts val="1200"/>
              <a:buAutoNum type="arabicPeriod"/>
            </a:pPr>
            <a:r>
              <a:rPr b="1" lang="en-GB" sz="1200">
                <a:solidFill>
                  <a:schemeClr val="dk1"/>
                </a:solidFill>
                <a:latin typeface="Inter Tight"/>
                <a:ea typeface="Inter Tight"/>
                <a:cs typeface="Inter Tight"/>
                <a:sym typeface="Inter Tight"/>
              </a:rPr>
              <a:t>Improve understanding of</a:t>
            </a:r>
            <a:r>
              <a:rPr b="1" lang="en-GB" sz="1200">
                <a:solidFill>
                  <a:schemeClr val="dk1"/>
                </a:solidFill>
                <a:latin typeface="Inter Tight"/>
                <a:ea typeface="Inter Tight"/>
                <a:cs typeface="Inter Tight"/>
                <a:sym typeface="Inter Tight"/>
              </a:rPr>
              <a:t> AP process </a:t>
            </a:r>
            <a:r>
              <a:rPr b="1" lang="en-GB" sz="1200">
                <a:solidFill>
                  <a:schemeClr val="dk1"/>
                </a:solidFill>
                <a:latin typeface="Inter Tight"/>
                <a:ea typeface="Inter Tight"/>
                <a:cs typeface="Inter Tight"/>
                <a:sym typeface="Inter Tight"/>
              </a:rPr>
              <a:t>issues and desired end state: </a:t>
            </a:r>
            <a:r>
              <a:rPr lang="en-GB" sz="1200">
                <a:solidFill>
                  <a:schemeClr val="dk1"/>
                </a:solidFill>
                <a:latin typeface="Inter Tight Light"/>
                <a:ea typeface="Inter Tight Light"/>
                <a:cs typeface="Inter Tight Light"/>
                <a:sym typeface="Inter Tight Light"/>
              </a:rPr>
              <a:t>Through workshops, interviews, and analysis, map the current process to identify and prioritise key issues and bottlenecks. Set process performance targets so AP can scale activity and reduce the need for manual intervention through smarter system configuration and automation</a:t>
            </a:r>
            <a:endParaRPr sz="1200">
              <a:solidFill>
                <a:schemeClr val="dk1"/>
              </a:solidFill>
              <a:latin typeface="Inter Tight Light"/>
              <a:ea typeface="Inter Tight Light"/>
              <a:cs typeface="Inter Tight Light"/>
              <a:sym typeface="Inter Tight Light"/>
            </a:endParaRPr>
          </a:p>
          <a:p>
            <a:pPr indent="0" lvl="0" marL="0" rtl="0" algn="l">
              <a:spcBef>
                <a:spcPts val="0"/>
              </a:spcBef>
              <a:spcAft>
                <a:spcPts val="0"/>
              </a:spcAft>
              <a:buNone/>
            </a:pPr>
            <a:r>
              <a:t/>
            </a:r>
            <a:endParaRPr sz="1200">
              <a:solidFill>
                <a:schemeClr val="dk1"/>
              </a:solidFill>
              <a:latin typeface="Inter Tight Light"/>
              <a:ea typeface="Inter Tight Light"/>
              <a:cs typeface="Inter Tight Light"/>
              <a:sym typeface="Inter Tight Light"/>
            </a:endParaRPr>
          </a:p>
          <a:p>
            <a:pPr indent="-304800" lvl="0" marL="457200" rtl="0" algn="l">
              <a:spcBef>
                <a:spcPts val="0"/>
              </a:spcBef>
              <a:spcAft>
                <a:spcPts val="0"/>
              </a:spcAft>
              <a:buClr>
                <a:schemeClr val="dk1"/>
              </a:buClr>
              <a:buSzPts val="1200"/>
              <a:buAutoNum type="arabicPeriod"/>
            </a:pPr>
            <a:r>
              <a:rPr b="1" lang="en-GB" sz="1200">
                <a:solidFill>
                  <a:schemeClr val="dk1"/>
                </a:solidFill>
                <a:latin typeface="Inter Tight"/>
                <a:ea typeface="Inter Tight"/>
                <a:cs typeface="Inter Tight"/>
                <a:sym typeface="Inter Tight"/>
              </a:rPr>
              <a:t>Improve PO process efficiency and invoice match rate:</a:t>
            </a:r>
            <a:r>
              <a:rPr lang="en-GB" sz="1200">
                <a:solidFill>
                  <a:schemeClr val="dk1"/>
                </a:solidFill>
                <a:latin typeface="Inter Tight Light"/>
                <a:ea typeface="Inter Tight Light"/>
                <a:cs typeface="Inter Tight Light"/>
                <a:sym typeface="Inter Tight Light"/>
              </a:rPr>
              <a:t> Reduce the rate of POs with incorrect details, or raised retroactively, through targeted training, process improvement, and automation. This could include tuning Zudello performance to increase automatic match rate, while also looking at customisations alongside Zudello to improve data quality, flow, and throughput</a:t>
            </a:r>
            <a:endParaRPr sz="1200">
              <a:solidFill>
                <a:schemeClr val="dk1"/>
              </a:solidFill>
              <a:latin typeface="Inter Tight Light"/>
              <a:ea typeface="Inter Tight Light"/>
              <a:cs typeface="Inter Tight Light"/>
              <a:sym typeface="Inter Tight Light"/>
            </a:endParaRPr>
          </a:p>
        </p:txBody>
      </p:sp>
      <p:sp>
        <p:nvSpPr>
          <p:cNvPr id="649" name="Google Shape;649;p98"/>
          <p:cNvSpPr/>
          <p:nvPr/>
        </p:nvSpPr>
        <p:spPr>
          <a:xfrm>
            <a:off x="3184826" y="1473436"/>
            <a:ext cx="228600" cy="228600"/>
          </a:xfrm>
          <a:prstGeom prst="ellipse">
            <a:avLst/>
          </a:prstGeom>
          <a:solidFill>
            <a:srgbClr val="BBD6EE"/>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GB" sz="1200">
                <a:solidFill>
                  <a:schemeClr val="dk1"/>
                </a:solidFill>
                <a:latin typeface="Inter Tight Light"/>
                <a:ea typeface="Inter Tight Light"/>
                <a:cs typeface="Inter Tight Light"/>
                <a:sym typeface="Inter Tight Light"/>
              </a:rPr>
              <a:t>1</a:t>
            </a:r>
            <a:endParaRPr sz="1000">
              <a:latin typeface="Inter Tight Light"/>
              <a:ea typeface="Inter Tight Light"/>
              <a:cs typeface="Inter Tight Light"/>
              <a:sym typeface="Inter Tight Light"/>
            </a:endParaRPr>
          </a:p>
        </p:txBody>
      </p:sp>
      <p:sp>
        <p:nvSpPr>
          <p:cNvPr id="650" name="Google Shape;650;p98"/>
          <p:cNvSpPr/>
          <p:nvPr/>
        </p:nvSpPr>
        <p:spPr>
          <a:xfrm>
            <a:off x="3184826" y="2240942"/>
            <a:ext cx="228600" cy="228600"/>
          </a:xfrm>
          <a:prstGeom prst="ellipse">
            <a:avLst/>
          </a:prstGeom>
          <a:solidFill>
            <a:srgbClr val="BBD6EE"/>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GB" sz="1200">
                <a:solidFill>
                  <a:schemeClr val="dk1"/>
                </a:solidFill>
                <a:latin typeface="Inter Tight Light"/>
                <a:ea typeface="Inter Tight Light"/>
                <a:cs typeface="Inter Tight Light"/>
                <a:sym typeface="Inter Tight Light"/>
              </a:rPr>
              <a:t>2</a:t>
            </a:r>
            <a:endParaRPr sz="1000">
              <a:latin typeface="Inter Tight Light"/>
              <a:ea typeface="Inter Tight Light"/>
              <a:cs typeface="Inter Tight Light"/>
              <a:sym typeface="Inter Tight Light"/>
            </a:endParaRPr>
          </a:p>
        </p:txBody>
      </p:sp>
      <p:sp>
        <p:nvSpPr>
          <p:cNvPr id="651" name="Google Shape;651;p98"/>
          <p:cNvSpPr/>
          <p:nvPr/>
        </p:nvSpPr>
        <p:spPr>
          <a:xfrm>
            <a:off x="3184826" y="3334463"/>
            <a:ext cx="228600" cy="228600"/>
          </a:xfrm>
          <a:prstGeom prst="ellipse">
            <a:avLst/>
          </a:prstGeom>
          <a:solidFill>
            <a:srgbClr val="BBD6EE"/>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GB" sz="1200">
                <a:solidFill>
                  <a:schemeClr val="dk1"/>
                </a:solidFill>
                <a:latin typeface="Inter Tight Light"/>
                <a:ea typeface="Inter Tight Light"/>
                <a:cs typeface="Inter Tight Light"/>
                <a:sym typeface="Inter Tight Light"/>
              </a:rPr>
              <a:t>3</a:t>
            </a:r>
            <a:endParaRPr sz="1000">
              <a:latin typeface="Inter Tight Light"/>
              <a:ea typeface="Inter Tight Light"/>
              <a:cs typeface="Inter Tight Light"/>
              <a:sym typeface="Inter Tight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6" name="Shape 656"/>
        <p:cNvGrpSpPr/>
        <p:nvPr/>
      </p:nvGrpSpPr>
      <p:grpSpPr>
        <a:xfrm>
          <a:off x="0" y="0"/>
          <a:ext cx="0" cy="0"/>
          <a:chOff x="0" y="0"/>
          <a:chExt cx="0" cy="0"/>
        </a:xfrm>
      </p:grpSpPr>
      <p:sp>
        <p:nvSpPr>
          <p:cNvPr id="657" name="Google Shape;657;p99"/>
          <p:cNvSpPr/>
          <p:nvPr/>
        </p:nvSpPr>
        <p:spPr>
          <a:xfrm>
            <a:off x="0" y="0"/>
            <a:ext cx="2743200" cy="5143500"/>
          </a:xfrm>
          <a:prstGeom prst="rect">
            <a:avLst/>
          </a:prstGeom>
          <a:solidFill>
            <a:srgbClr val="072E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99"/>
          <p:cNvSpPr/>
          <p:nvPr/>
        </p:nvSpPr>
        <p:spPr>
          <a:xfrm>
            <a:off x="-548640" y="3291840"/>
            <a:ext cx="2377500" cy="2377500"/>
          </a:xfrm>
          <a:prstGeom prst="ellipse">
            <a:avLst/>
          </a:prstGeom>
          <a:solidFill>
            <a:srgbClr val="134F68">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99"/>
          <p:cNvSpPr/>
          <p:nvPr/>
        </p:nvSpPr>
        <p:spPr>
          <a:xfrm>
            <a:off x="365760" y="1463040"/>
            <a:ext cx="2011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Inter Tight"/>
              <a:buNone/>
            </a:pPr>
            <a:r>
              <a:rPr b="1" i="0" lang="en-GB" sz="2600" u="none" cap="none" strike="noStrike">
                <a:solidFill>
                  <a:srgbClr val="FFFFFF"/>
                </a:solidFill>
                <a:latin typeface="Inter Tight"/>
                <a:ea typeface="Inter Tight"/>
                <a:cs typeface="Inter Tight"/>
                <a:sym typeface="Inter Tight"/>
              </a:rPr>
              <a:t>Objectives</a:t>
            </a:r>
            <a:endParaRPr b="0" i="0" sz="2600" u="none" cap="none" strike="noStrike">
              <a:solidFill>
                <a:schemeClr val="dk1"/>
              </a:solidFill>
              <a:latin typeface="Calibri"/>
              <a:ea typeface="Calibri"/>
              <a:cs typeface="Calibri"/>
              <a:sym typeface="Calibri"/>
            </a:endParaRPr>
          </a:p>
        </p:txBody>
      </p:sp>
      <p:sp>
        <p:nvSpPr>
          <p:cNvPr id="660" name="Google Shape;660;p99"/>
          <p:cNvSpPr/>
          <p:nvPr/>
        </p:nvSpPr>
        <p:spPr>
          <a:xfrm>
            <a:off x="365760" y="1965960"/>
            <a:ext cx="822900" cy="36600"/>
          </a:xfrm>
          <a:prstGeom prst="rect">
            <a:avLst/>
          </a:prstGeom>
          <a:solidFill>
            <a:srgbClr val="518C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99"/>
          <p:cNvSpPr/>
          <p:nvPr/>
        </p:nvSpPr>
        <p:spPr>
          <a:xfrm>
            <a:off x="365760" y="2148840"/>
            <a:ext cx="2011800" cy="6402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ADCFC9"/>
              </a:buClr>
              <a:buSzPts val="1050"/>
              <a:buFont typeface="Inter Tight"/>
              <a:buNone/>
            </a:pPr>
            <a:r>
              <a:rPr b="0" i="0" lang="en-GB" sz="1050" u="none" cap="none" strike="noStrike">
                <a:solidFill>
                  <a:srgbClr val="ADCFC9"/>
                </a:solidFill>
                <a:latin typeface="Inter Tight"/>
                <a:ea typeface="Inter Tight"/>
                <a:cs typeface="Inter Tight"/>
                <a:sym typeface="Inter Tight"/>
              </a:rPr>
              <a:t>How Turing Works will</a:t>
            </a:r>
            <a:endParaRPr b="0" i="0" sz="10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ADCFC9"/>
              </a:buClr>
              <a:buSzPts val="1050"/>
              <a:buFont typeface="Inter Tight"/>
              <a:buNone/>
            </a:pPr>
            <a:r>
              <a:rPr b="0" i="0" lang="en-GB" sz="1050" u="none" cap="none" strike="noStrike">
                <a:solidFill>
                  <a:srgbClr val="ADCFC9"/>
                </a:solidFill>
                <a:latin typeface="Inter Tight"/>
                <a:ea typeface="Inter Tight"/>
                <a:cs typeface="Inter Tight"/>
                <a:sym typeface="Inter Tight"/>
              </a:rPr>
              <a:t>help Lyka unlock AI</a:t>
            </a:r>
            <a:endParaRPr b="0" i="0" sz="105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ADCFC9"/>
              </a:buClr>
              <a:buSzPts val="1050"/>
              <a:buFont typeface="Inter Tight"/>
              <a:buNone/>
            </a:pPr>
            <a:r>
              <a:rPr b="0" i="0" lang="en-GB" sz="1050" u="none" cap="none" strike="noStrike">
                <a:solidFill>
                  <a:srgbClr val="ADCFC9"/>
                </a:solidFill>
                <a:latin typeface="Inter Tight"/>
                <a:ea typeface="Inter Tight"/>
                <a:cs typeface="Inter Tight"/>
                <a:sym typeface="Inter Tight"/>
              </a:rPr>
              <a:t>capability</a:t>
            </a:r>
            <a:endParaRPr b="0" i="0" sz="1050" u="none" cap="none" strike="noStrike">
              <a:solidFill>
                <a:schemeClr val="dk1"/>
              </a:solidFill>
              <a:latin typeface="Calibri"/>
              <a:ea typeface="Calibri"/>
              <a:cs typeface="Calibri"/>
              <a:sym typeface="Calibri"/>
            </a:endParaRPr>
          </a:p>
        </p:txBody>
      </p:sp>
      <p:pic>
        <p:nvPicPr>
          <p:cNvPr descr="preencoded.png" id="662" name="Google Shape;662;p99"/>
          <p:cNvPicPr preferRelativeResize="0"/>
          <p:nvPr/>
        </p:nvPicPr>
        <p:blipFill rotWithShape="1">
          <a:blip r:embed="rId3">
            <a:alphaModFix/>
          </a:blip>
          <a:srcRect b="0" l="0" r="0" t="0"/>
          <a:stretch/>
        </p:blipFill>
        <p:spPr>
          <a:xfrm>
            <a:off x="777240" y="3200400"/>
            <a:ext cx="548640" cy="548640"/>
          </a:xfrm>
          <a:prstGeom prst="rect">
            <a:avLst/>
          </a:prstGeom>
          <a:noFill/>
          <a:ln>
            <a:noFill/>
          </a:ln>
        </p:spPr>
      </p:pic>
      <p:sp>
        <p:nvSpPr>
          <p:cNvPr id="663" name="Google Shape;663;p99"/>
          <p:cNvSpPr/>
          <p:nvPr/>
        </p:nvSpPr>
        <p:spPr>
          <a:xfrm>
            <a:off x="3108960" y="4800600"/>
            <a:ext cx="56694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AD90"/>
              </a:buClr>
              <a:buSzPts val="750"/>
              <a:buFont typeface="Inter Tight"/>
              <a:buNone/>
            </a:pPr>
            <a:r>
              <a:rPr b="0" i="1" lang="en-GB" sz="750" u="none" cap="none" strike="noStrike">
                <a:solidFill>
                  <a:srgbClr val="B8AD90"/>
                </a:solidFill>
                <a:latin typeface="Inter Tight"/>
                <a:ea typeface="Inter Tight"/>
                <a:cs typeface="Inter Tight"/>
                <a:sym typeface="Inter Tight"/>
              </a:rPr>
              <a:t>Source: Turing Works statement of work hypothesis</a:t>
            </a:r>
            <a:endParaRPr b="0" i="0" sz="750" u="none" cap="none" strike="noStrike">
              <a:solidFill>
                <a:schemeClr val="dk1"/>
              </a:solidFill>
              <a:latin typeface="Calibri"/>
              <a:ea typeface="Calibri"/>
              <a:cs typeface="Calibri"/>
              <a:sym typeface="Calibri"/>
            </a:endParaRPr>
          </a:p>
        </p:txBody>
      </p:sp>
      <p:sp>
        <p:nvSpPr>
          <p:cNvPr id="664" name="Google Shape;664;p99"/>
          <p:cNvSpPr/>
          <p:nvPr/>
        </p:nvSpPr>
        <p:spPr>
          <a:xfrm>
            <a:off x="0" y="5052060"/>
            <a:ext cx="9144000" cy="91500"/>
          </a:xfrm>
          <a:prstGeom prst="rect">
            <a:avLst/>
          </a:prstGeom>
          <a:solidFill>
            <a:srgbClr val="518C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99"/>
          <p:cNvSpPr/>
          <p:nvPr/>
        </p:nvSpPr>
        <p:spPr>
          <a:xfrm rot="-5400000">
            <a:off x="8337239" y="-16209"/>
            <a:ext cx="790800" cy="823200"/>
          </a:xfrm>
          <a:prstGeom prst="triangle">
            <a:avLst>
              <a:gd fmla="val 100000" name="adj"/>
            </a:avLst>
          </a:prstGeom>
          <a:solidFill>
            <a:srgbClr val="072E4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900">
              <a:solidFill>
                <a:schemeClr val="dk1"/>
              </a:solidFill>
              <a:latin typeface="Inter Tight"/>
              <a:ea typeface="Inter Tight"/>
              <a:cs typeface="Inter Tight"/>
              <a:sym typeface="Inter Tight"/>
            </a:endParaRPr>
          </a:p>
        </p:txBody>
      </p:sp>
      <p:sp>
        <p:nvSpPr>
          <p:cNvPr id="666" name="Google Shape;666;p99"/>
          <p:cNvSpPr/>
          <p:nvPr/>
        </p:nvSpPr>
        <p:spPr>
          <a:xfrm>
            <a:off x="8767908" y="99658"/>
            <a:ext cx="274200" cy="274200"/>
          </a:xfrm>
          <a:prstGeom prst="ellipse">
            <a:avLst/>
          </a:prstGeom>
          <a:solidFill>
            <a:schemeClr val="lt1"/>
          </a:solidFill>
          <a:ln>
            <a:noFill/>
          </a:ln>
        </p:spPr>
        <p:txBody>
          <a:bodyPr anchorCtr="0" anchor="ctr" bIns="0" lIns="0" spcFirstLastPara="1" rIns="0" wrap="square" tIns="0">
            <a:noAutofit/>
          </a:bodyPr>
          <a:lstStyle/>
          <a:p>
            <a:pPr indent="0" lvl="0" marL="0" marR="0" rtl="0" algn="ctr">
              <a:spcBef>
                <a:spcPts val="0"/>
              </a:spcBef>
              <a:spcAft>
                <a:spcPts val="0"/>
              </a:spcAft>
              <a:buNone/>
            </a:pPr>
            <a:r>
              <a:rPr lang="en-GB" sz="1200">
                <a:solidFill>
                  <a:schemeClr val="dk1"/>
                </a:solidFill>
                <a:latin typeface="Calibri"/>
                <a:ea typeface="Calibri"/>
                <a:cs typeface="Calibri"/>
                <a:sym typeface="Calibri"/>
              </a:rPr>
              <a:t>1</a:t>
            </a:r>
            <a:endParaRPr sz="1100"/>
          </a:p>
        </p:txBody>
      </p:sp>
      <p:sp>
        <p:nvSpPr>
          <p:cNvPr id="667" name="Google Shape;667;p99"/>
          <p:cNvSpPr txBox="1"/>
          <p:nvPr/>
        </p:nvSpPr>
        <p:spPr>
          <a:xfrm>
            <a:off x="3505049" y="706200"/>
            <a:ext cx="5259600" cy="3578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rgbClr val="518C94"/>
                </a:solidFill>
                <a:latin typeface="Inter Tight"/>
                <a:ea typeface="Inter Tight"/>
                <a:cs typeface="Inter Tight"/>
                <a:sym typeface="Inter Tight"/>
              </a:rPr>
              <a:t>Lyka’s recent consolidation of HR tooling into Rippling and planned investment in a </a:t>
            </a:r>
            <a:r>
              <a:rPr b="1" lang="en-GB" sz="1200">
                <a:solidFill>
                  <a:srgbClr val="518C94"/>
                </a:solidFill>
                <a:latin typeface="Inter Tight"/>
                <a:ea typeface="Inter Tight"/>
                <a:cs typeface="Inter Tight"/>
                <a:sym typeface="Inter Tight"/>
              </a:rPr>
              <a:t>dedicated People Ops Manager</a:t>
            </a:r>
            <a:r>
              <a:rPr b="1" lang="en-GB" sz="1200">
                <a:solidFill>
                  <a:srgbClr val="518C94"/>
                </a:solidFill>
                <a:latin typeface="Inter Tight"/>
                <a:ea typeface="Inter Tight"/>
                <a:cs typeface="Inter Tight"/>
                <a:sym typeface="Inter Tight"/>
              </a:rPr>
              <a:t> present a strong opportunity to build AI capability and generate operational leverage.</a:t>
            </a:r>
            <a:endParaRPr sz="1200">
              <a:solidFill>
                <a:srgbClr val="518C94"/>
              </a:solidFill>
              <a:latin typeface="Inter Tight"/>
              <a:ea typeface="Inter Tight"/>
              <a:cs typeface="Inter Tight"/>
              <a:sym typeface="Inter Tight"/>
            </a:endParaRPr>
          </a:p>
          <a:p>
            <a:pPr indent="0" lvl="0" marL="0" marR="0" rtl="0" algn="l">
              <a:spcBef>
                <a:spcPts val="0"/>
              </a:spcBef>
              <a:spcAft>
                <a:spcPts val="0"/>
              </a:spcAft>
              <a:buNone/>
            </a:pPr>
            <a:r>
              <a:t/>
            </a:r>
            <a:endParaRPr b="1" sz="1200">
              <a:latin typeface="Inter Tight"/>
              <a:ea typeface="Inter Tight"/>
              <a:cs typeface="Inter Tight"/>
              <a:sym typeface="Inter Tight"/>
            </a:endParaRPr>
          </a:p>
          <a:p>
            <a:pPr indent="0" lvl="0" marL="0" marR="0" rtl="0" algn="l">
              <a:spcBef>
                <a:spcPts val="0"/>
              </a:spcBef>
              <a:spcAft>
                <a:spcPts val="0"/>
              </a:spcAft>
              <a:buNone/>
            </a:pPr>
            <a:r>
              <a:rPr lang="en-GB" sz="1200">
                <a:latin typeface="Inter Tight"/>
                <a:ea typeface="Inter Tight"/>
                <a:cs typeface="Inter Tight"/>
                <a:sym typeface="Inter Tight"/>
              </a:rPr>
              <a:t>Our work will focus on two core areas to build capability in the People Team:</a:t>
            </a:r>
            <a:endParaRPr sz="1200">
              <a:latin typeface="Inter Tight"/>
              <a:ea typeface="Inter Tight"/>
              <a:cs typeface="Inter Tight"/>
              <a:sym typeface="Inter Tight"/>
            </a:endParaRPr>
          </a:p>
          <a:p>
            <a:pPr indent="0" lvl="0" marL="457200" rtl="0" algn="l">
              <a:spcBef>
                <a:spcPts val="0"/>
              </a:spcBef>
              <a:spcAft>
                <a:spcPts val="0"/>
              </a:spcAft>
              <a:buNone/>
            </a:pPr>
            <a:r>
              <a:t/>
            </a:r>
            <a:endParaRPr sz="1200">
              <a:latin typeface="Inter Tight"/>
              <a:ea typeface="Inter Tight"/>
              <a:cs typeface="Inter Tight"/>
              <a:sym typeface="Inter Tight"/>
            </a:endParaRPr>
          </a:p>
          <a:p>
            <a:pPr indent="-304800" lvl="0" marL="457200" rtl="0" algn="l">
              <a:spcBef>
                <a:spcPts val="0"/>
              </a:spcBef>
              <a:spcAft>
                <a:spcPts val="0"/>
              </a:spcAft>
              <a:buSzPts val="1200"/>
              <a:buAutoNum type="arabicPeriod"/>
            </a:pPr>
            <a:r>
              <a:rPr b="1" lang="en-GB" sz="1200">
                <a:latin typeface="Inter Tight"/>
                <a:ea typeface="Inter Tight"/>
                <a:cs typeface="Inter Tight"/>
                <a:sym typeface="Inter Tight"/>
              </a:rPr>
              <a:t>AI Workshops and Capability Building: </a:t>
            </a:r>
            <a:r>
              <a:rPr lang="en-GB" sz="1200">
                <a:latin typeface="Inter Tight"/>
                <a:ea typeface="Inter Tight"/>
                <a:cs typeface="Inter Tight"/>
                <a:sym typeface="Inter Tight"/>
              </a:rPr>
              <a:t>We will equip the People Team to become AI natives of current tooling, and to become aware of use cases for future tooling. Through hands-on, problem-led workshop training, we will empower the team to discover and solve problems using AI themselves. Initial success will establish adoption of AI tools, while building out bottom up use cases for AI from the People team.</a:t>
            </a:r>
            <a:endParaRPr sz="1200">
              <a:latin typeface="Inter Tight"/>
              <a:ea typeface="Inter Tight"/>
              <a:cs typeface="Inter Tight"/>
              <a:sym typeface="Inter Tight"/>
            </a:endParaRPr>
          </a:p>
          <a:p>
            <a:pPr indent="0" lvl="0" marL="0" rtl="0" algn="l">
              <a:spcBef>
                <a:spcPts val="0"/>
              </a:spcBef>
              <a:spcAft>
                <a:spcPts val="0"/>
              </a:spcAft>
              <a:buNone/>
            </a:pPr>
            <a:r>
              <a:t/>
            </a:r>
            <a:endParaRPr sz="1200">
              <a:latin typeface="Inter Tight"/>
              <a:ea typeface="Inter Tight"/>
              <a:cs typeface="Inter Tight"/>
              <a:sym typeface="Inter Tight"/>
            </a:endParaRPr>
          </a:p>
          <a:p>
            <a:pPr indent="-304800" lvl="0" marL="457200" rtl="0" algn="l">
              <a:spcBef>
                <a:spcPts val="0"/>
              </a:spcBef>
              <a:spcAft>
                <a:spcPts val="0"/>
              </a:spcAft>
              <a:buClr>
                <a:schemeClr val="dk1"/>
              </a:buClr>
              <a:buSzPts val="1200"/>
              <a:buAutoNum type="arabicPeriod"/>
            </a:pPr>
            <a:r>
              <a:rPr b="1" lang="en-GB" sz="1200">
                <a:solidFill>
                  <a:schemeClr val="dk1"/>
                </a:solidFill>
                <a:latin typeface="Inter Tight"/>
                <a:ea typeface="Inter Tight"/>
                <a:cs typeface="Inter Tight"/>
                <a:sym typeface="Inter Tight"/>
              </a:rPr>
              <a:t>AI Automations Assessment: </a:t>
            </a:r>
            <a:r>
              <a:rPr lang="en-GB" sz="1200">
                <a:solidFill>
                  <a:schemeClr val="dk1"/>
                </a:solidFill>
                <a:latin typeface="Inter Tight"/>
                <a:ea typeface="Inter Tight"/>
                <a:cs typeface="Inter Tight"/>
                <a:sym typeface="Inter Tight"/>
              </a:rPr>
              <a:t>We will map the current People Ops tech stack and workflows against the latest AI capabilities. By auditing the existing tech stack and prioritising opportunities by impact and effort, we can deliver a roadmap and ROI benchmark for targeted automations of high-friction admin—such as letter generation, document reminders, anniversary gifts, visa expiry tracking, and more.</a:t>
            </a:r>
            <a:endParaRPr sz="1200">
              <a:latin typeface="Inter Tight"/>
              <a:ea typeface="Inter Tight"/>
              <a:cs typeface="Inter Tight"/>
              <a:sym typeface="Inter T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uring Works 16:9 - 21039">
  <a:themeElements>
    <a:clrScheme name="Theme Color">
      <a:dk1>
        <a:srgbClr val="000000"/>
      </a:dk1>
      <a:lt1>
        <a:srgbClr val="FEFFFF"/>
      </a:lt1>
      <a:dk2>
        <a:srgbClr val="F2F2F2"/>
      </a:dk2>
      <a:lt2>
        <a:srgbClr val="FFFFFF"/>
      </a:lt2>
      <a:accent1>
        <a:srgbClr val="FF5F2C"/>
      </a:accent1>
      <a:accent2>
        <a:srgbClr val="A30051"/>
      </a:accent2>
      <a:accent3>
        <a:srgbClr val="FF3019"/>
      </a:accent3>
      <a:accent4>
        <a:srgbClr val="FF9933"/>
      </a:accent4>
      <a:accent5>
        <a:srgbClr val="FDBA12"/>
      </a:accent5>
      <a:accent6>
        <a:srgbClr val="276EF1"/>
      </a:accent6>
      <a:hlink>
        <a:srgbClr val="FF5F2C"/>
      </a:hlink>
      <a:folHlink>
        <a:srgbClr val="A3005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